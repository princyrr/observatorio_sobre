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6"/>
  </p:notesMasterIdLst>
  <p:sldIdLst>
    <p:sldId id="333" r:id="rId5"/>
    <p:sldId id="257" r:id="rId6"/>
    <p:sldId id="375" r:id="rId7"/>
    <p:sldId id="289" r:id="rId8"/>
    <p:sldId id="347" r:id="rId9"/>
    <p:sldId id="332" r:id="rId10"/>
    <p:sldId id="2742" r:id="rId11"/>
    <p:sldId id="337" r:id="rId12"/>
    <p:sldId id="329" r:id="rId13"/>
    <p:sldId id="260" r:id="rId14"/>
    <p:sldId id="292" r:id="rId15"/>
  </p:sldIdLst>
  <p:sldSz cx="24688800" cy="24688800"/>
  <p:notesSz cx="6858000" cy="9144000"/>
  <p:embeddedFontLst>
    <p:embeddedFont>
      <p:font typeface="Observatório Nacional Sans" charset="0"/>
      <p:regular r:id="rId17"/>
      <p:bold r:id="rId18"/>
      <p:italic r:id="rId19"/>
      <p:boldItalic r:id="rId20"/>
    </p:embeddedFont>
    <p:embeddedFont>
      <p:font typeface="Observatório Nacional Sans Blac" charset="0"/>
      <p:bold r:id="rId21"/>
      <p:italic r:id="rId22"/>
      <p:boldItalic r:id="rId23"/>
    </p:embeddedFont>
    <p:embeddedFont>
      <p:font typeface="Observatório Nacional Sans ExBd" charset="0"/>
      <p:bold r:id="rId24"/>
      <p:boldItalic r:id="rId25"/>
    </p:embeddedFont>
    <p:embeddedFont>
      <p:font typeface="Observatório Nacional Sans SmBd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776">
          <p15:clr>
            <a:srgbClr val="A4A3A4"/>
          </p15:clr>
        </p15:guide>
        <p15:guide id="2" pos="777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2DA1B0-A0AE-93AB-B7FC-AA59F40579F1}" name="Marcio Guerra Amorim" initials="MG" userId="S::mamorim@senaicni.com.br::6af37342-30f3-4152-9df4-8571649d798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io Guerra Amorim" initials="MGA" lastIdx="8" clrIdx="0">
    <p:extLst>
      <p:ext uri="{19B8F6BF-5375-455C-9EA6-DF929625EA0E}">
        <p15:presenceInfo xmlns:p15="http://schemas.microsoft.com/office/powerpoint/2012/main" userId="S::mamorim@senaicni.com.br::6af37342-30f3-4152-9df4-8571649d798e" providerId="AD"/>
      </p:ext>
    </p:extLst>
  </p:cmAuthor>
  <p:cmAuthor id="2" name="Ricardo Jose Neves Barufi" initials="RB" lastIdx="17" clrIdx="1">
    <p:extLst>
      <p:ext uri="{19B8F6BF-5375-455C-9EA6-DF929625EA0E}">
        <p15:presenceInfo xmlns:p15="http://schemas.microsoft.com/office/powerpoint/2012/main" userId="S::ricardo.barufi@senaicni.com.br::c3dc64d8-d269-4261-a39a-f01fea86951d" providerId="AD"/>
      </p:ext>
    </p:extLst>
  </p:cmAuthor>
  <p:cmAuthor id="3" name="Anaely da Silva Machado" initials="AdSM" lastIdx="7" clrIdx="2">
    <p:extLst>
      <p:ext uri="{19B8F6BF-5375-455C-9EA6-DF929625EA0E}">
        <p15:presenceInfo xmlns:p15="http://schemas.microsoft.com/office/powerpoint/2012/main" userId="S::anaely.machado@sesicni.com.br::5c29905b-e512-4c03-8980-df90b39b291e" providerId="AD"/>
      </p:ext>
    </p:extLst>
  </p:cmAuthor>
  <p:cmAuthor id="4" name="Daniel Alisson Feitosa Lopes" initials="DL" lastIdx="1" clrIdx="3">
    <p:extLst>
      <p:ext uri="{19B8F6BF-5375-455C-9EA6-DF929625EA0E}">
        <p15:presenceInfo xmlns:p15="http://schemas.microsoft.com/office/powerpoint/2012/main" userId="S::daniel.lopes@sesicni.com.br::16e93868-3cbd-42df-916e-64a1982f9c30" providerId="AD"/>
      </p:ext>
    </p:extLst>
  </p:cmAuthor>
  <p:cmAuthor id="5" name="Rafael Silva e Sousa" initials="RS" lastIdx="2" clrIdx="4">
    <p:extLst>
      <p:ext uri="{19B8F6BF-5375-455C-9EA6-DF929625EA0E}">
        <p15:presenceInfo xmlns:p15="http://schemas.microsoft.com/office/powerpoint/2012/main" userId="S::rafael.sousa@sesicni.com.br::4f7019c6-11dd-4887-8181-97f14a59760f" providerId="AD"/>
      </p:ext>
    </p:extLst>
  </p:cmAuthor>
  <p:cmAuthor id="6" name="Valdir Assis" initials="" lastIdx="2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8"/>
    <a:srgbClr val="01FFFF"/>
    <a:srgbClr val="ED18E2"/>
    <a:srgbClr val="FDAD23"/>
    <a:srgbClr val="00D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5D46CC-578C-41C8-8023-757430CB78A9}" v="8" dt="2025-03-19T12:25:24.5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" d="100"/>
          <a:sy n="10" d="100"/>
        </p:scale>
        <p:origin x="3348" y="1620"/>
      </p:cViewPr>
      <p:guideLst>
        <p:guide orient="horz" pos="7776"/>
        <p:guide pos="77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Cruz Felizari" userId="8856c835-99af-4cab-82d4-10c4e4641626" providerId="ADAL" clId="{E85D46CC-578C-41C8-8023-757430CB78A9}"/>
    <pc:docChg chg="undo custSel addSld delSld modSld sldOrd">
      <pc:chgData name="Ellen Cruz Felizari" userId="8856c835-99af-4cab-82d4-10c4e4641626" providerId="ADAL" clId="{E85D46CC-578C-41C8-8023-757430CB78A9}" dt="2025-03-19T13:09:02.181" v="196"/>
      <pc:docMkLst>
        <pc:docMk/>
      </pc:docMkLst>
      <pc:sldChg chg="add setBg">
        <pc:chgData name="Ellen Cruz Felizari" userId="8856c835-99af-4cab-82d4-10c4e4641626" providerId="ADAL" clId="{E85D46CC-578C-41C8-8023-757430CB78A9}" dt="2025-03-19T11:39:50.072" v="0"/>
        <pc:sldMkLst>
          <pc:docMk/>
          <pc:sldMk cId="0" sldId="257"/>
        </pc:sldMkLst>
      </pc:sldChg>
      <pc:sldChg chg="modSp mod">
        <pc:chgData name="Ellen Cruz Felizari" userId="8856c835-99af-4cab-82d4-10c4e4641626" providerId="ADAL" clId="{E85D46CC-578C-41C8-8023-757430CB78A9}" dt="2025-03-19T13:09:02.181" v="196"/>
        <pc:sldMkLst>
          <pc:docMk/>
          <pc:sldMk cId="3798851581" sldId="260"/>
        </pc:sldMkLst>
        <pc:spChg chg="mod">
          <ac:chgData name="Ellen Cruz Felizari" userId="8856c835-99af-4cab-82d4-10c4e4641626" providerId="ADAL" clId="{E85D46CC-578C-41C8-8023-757430CB78A9}" dt="2025-03-19T13:09:02.181" v="196"/>
          <ac:spMkLst>
            <pc:docMk/>
            <pc:sldMk cId="3798851581" sldId="260"/>
            <ac:spMk id="90" creationId="{00000000-0000-0000-0000-000000000000}"/>
          </ac:spMkLst>
        </pc:spChg>
        <pc:picChg chg="mod modCrop">
          <ac:chgData name="Ellen Cruz Felizari" userId="8856c835-99af-4cab-82d4-10c4e4641626" providerId="ADAL" clId="{E85D46CC-578C-41C8-8023-757430CB78A9}" dt="2025-03-19T13:08:55.211" v="195" actId="732"/>
          <ac:picMkLst>
            <pc:docMk/>
            <pc:sldMk cId="3798851581" sldId="260"/>
            <ac:picMk id="3" creationId="{3796AFB4-90E2-A660-B355-6AF538C8BBA7}"/>
          </ac:picMkLst>
        </pc:picChg>
      </pc:sldChg>
      <pc:sldChg chg="add ord">
        <pc:chgData name="Ellen Cruz Felizari" userId="8856c835-99af-4cab-82d4-10c4e4641626" providerId="ADAL" clId="{E85D46CC-578C-41C8-8023-757430CB78A9}" dt="2025-03-19T12:20:51.356" v="31"/>
        <pc:sldMkLst>
          <pc:docMk/>
          <pc:sldMk cId="706506143" sldId="289"/>
        </pc:sldMkLst>
      </pc:sldChg>
      <pc:sldChg chg="add del">
        <pc:chgData name="Ellen Cruz Felizari" userId="8856c835-99af-4cab-82d4-10c4e4641626" providerId="ADAL" clId="{E85D46CC-578C-41C8-8023-757430CB78A9}" dt="2025-03-19T13:01:05.206" v="172" actId="47"/>
        <pc:sldMkLst>
          <pc:docMk/>
          <pc:sldMk cId="2769597186" sldId="293"/>
        </pc:sldMkLst>
      </pc:sldChg>
      <pc:sldChg chg="add del">
        <pc:chgData name="Ellen Cruz Felizari" userId="8856c835-99af-4cab-82d4-10c4e4641626" providerId="ADAL" clId="{E85D46CC-578C-41C8-8023-757430CB78A9}" dt="2025-03-19T13:01:05.206" v="172" actId="47"/>
        <pc:sldMkLst>
          <pc:docMk/>
          <pc:sldMk cId="2307122019" sldId="309"/>
        </pc:sldMkLst>
      </pc:sldChg>
      <pc:sldChg chg="add del">
        <pc:chgData name="Ellen Cruz Felizari" userId="8856c835-99af-4cab-82d4-10c4e4641626" providerId="ADAL" clId="{E85D46CC-578C-41C8-8023-757430CB78A9}" dt="2025-03-19T13:01:05.206" v="172" actId="47"/>
        <pc:sldMkLst>
          <pc:docMk/>
          <pc:sldMk cId="3881278210" sldId="310"/>
        </pc:sldMkLst>
      </pc:sldChg>
      <pc:sldChg chg="add del">
        <pc:chgData name="Ellen Cruz Felizari" userId="8856c835-99af-4cab-82d4-10c4e4641626" providerId="ADAL" clId="{E85D46CC-578C-41C8-8023-757430CB78A9}" dt="2025-03-19T13:07:16.136" v="175" actId="47"/>
        <pc:sldMkLst>
          <pc:docMk/>
          <pc:sldMk cId="2239197077" sldId="315"/>
        </pc:sldMkLst>
      </pc:sldChg>
      <pc:sldChg chg="modSp mod ord">
        <pc:chgData name="Ellen Cruz Felizari" userId="8856c835-99af-4cab-82d4-10c4e4641626" providerId="ADAL" clId="{E85D46CC-578C-41C8-8023-757430CB78A9}" dt="2025-03-19T13:08:41.218" v="194" actId="1035"/>
        <pc:sldMkLst>
          <pc:docMk/>
          <pc:sldMk cId="4054584230" sldId="329"/>
        </pc:sldMkLst>
        <pc:spChg chg="mod">
          <ac:chgData name="Ellen Cruz Felizari" userId="8856c835-99af-4cab-82d4-10c4e4641626" providerId="ADAL" clId="{E85D46CC-578C-41C8-8023-757430CB78A9}" dt="2025-03-19T13:08:41.218" v="194" actId="1035"/>
          <ac:spMkLst>
            <pc:docMk/>
            <pc:sldMk cId="4054584230" sldId="329"/>
            <ac:spMk id="70" creationId="{00000000-0000-0000-0000-000000000000}"/>
          </ac:spMkLst>
        </pc:spChg>
      </pc:sldChg>
      <pc:sldChg chg="modSp mod ord">
        <pc:chgData name="Ellen Cruz Felizari" userId="8856c835-99af-4cab-82d4-10c4e4641626" providerId="ADAL" clId="{E85D46CC-578C-41C8-8023-757430CB78A9}" dt="2025-03-19T12:22:29.467" v="38"/>
        <pc:sldMkLst>
          <pc:docMk/>
          <pc:sldMk cId="576980554" sldId="332"/>
        </pc:sldMkLst>
        <pc:spChg chg="mod">
          <ac:chgData name="Ellen Cruz Felizari" userId="8856c835-99af-4cab-82d4-10c4e4641626" providerId="ADAL" clId="{E85D46CC-578C-41C8-8023-757430CB78A9}" dt="2025-03-19T11:40:36.330" v="19" actId="14100"/>
          <ac:spMkLst>
            <pc:docMk/>
            <pc:sldMk cId="576980554" sldId="332"/>
            <ac:spMk id="64" creationId="{00000000-0000-0000-0000-000000000000}"/>
          </ac:spMkLst>
        </pc:spChg>
      </pc:sldChg>
      <pc:sldChg chg="del">
        <pc:chgData name="Ellen Cruz Felizari" userId="8856c835-99af-4cab-82d4-10c4e4641626" providerId="ADAL" clId="{E85D46CC-578C-41C8-8023-757430CB78A9}" dt="2025-03-19T12:29:22.046" v="111" actId="47"/>
        <pc:sldMkLst>
          <pc:docMk/>
          <pc:sldMk cId="1049810304" sldId="335"/>
        </pc:sldMkLst>
      </pc:sldChg>
      <pc:sldChg chg="del">
        <pc:chgData name="Ellen Cruz Felizari" userId="8856c835-99af-4cab-82d4-10c4e4641626" providerId="ADAL" clId="{E85D46CC-578C-41C8-8023-757430CB78A9}" dt="2025-03-19T12:28:46.961" v="110" actId="47"/>
        <pc:sldMkLst>
          <pc:docMk/>
          <pc:sldMk cId="3117572672" sldId="336"/>
        </pc:sldMkLst>
      </pc:sldChg>
      <pc:sldChg chg="modSp mod ord">
        <pc:chgData name="Ellen Cruz Felizari" userId="8856c835-99af-4cab-82d4-10c4e4641626" providerId="ADAL" clId="{E85D46CC-578C-41C8-8023-757430CB78A9}" dt="2025-03-19T13:00:43.074" v="171" actId="20577"/>
        <pc:sldMkLst>
          <pc:docMk/>
          <pc:sldMk cId="0" sldId="337"/>
        </pc:sldMkLst>
        <pc:spChg chg="mod">
          <ac:chgData name="Ellen Cruz Felizari" userId="8856c835-99af-4cab-82d4-10c4e4641626" providerId="ADAL" clId="{E85D46CC-578C-41C8-8023-757430CB78A9}" dt="2025-03-19T13:00:43.074" v="171" actId="20577"/>
          <ac:spMkLst>
            <pc:docMk/>
            <pc:sldMk cId="0" sldId="337"/>
            <ac:spMk id="290" creationId="{E7E128F5-CBB1-955A-FF7D-2DD1BFEF3E7C}"/>
          </ac:spMkLst>
        </pc:spChg>
      </pc:sldChg>
      <pc:sldChg chg="modSp add mod">
        <pc:chgData name="Ellen Cruz Felizari" userId="8856c835-99af-4cab-82d4-10c4e4641626" providerId="ADAL" clId="{E85D46CC-578C-41C8-8023-757430CB78A9}" dt="2025-03-19T12:23:59.085" v="106" actId="20577"/>
        <pc:sldMkLst>
          <pc:docMk/>
          <pc:sldMk cId="3629557154" sldId="347"/>
        </pc:sldMkLst>
        <pc:spChg chg="mod">
          <ac:chgData name="Ellen Cruz Felizari" userId="8856c835-99af-4cab-82d4-10c4e4641626" providerId="ADAL" clId="{E85D46CC-578C-41C8-8023-757430CB78A9}" dt="2025-03-19T12:23:59.085" v="106" actId="20577"/>
          <ac:spMkLst>
            <pc:docMk/>
            <pc:sldMk cId="3629557154" sldId="347"/>
            <ac:spMk id="4" creationId="{FF659A1E-9235-213F-BD4B-2F974F539C4D}"/>
          </ac:spMkLst>
        </pc:spChg>
      </pc:sldChg>
      <pc:sldChg chg="del">
        <pc:chgData name="Ellen Cruz Felizari" userId="8856c835-99af-4cab-82d4-10c4e4641626" providerId="ADAL" clId="{E85D46CC-578C-41C8-8023-757430CB78A9}" dt="2025-03-19T12:23:25.428" v="55" actId="2696"/>
        <pc:sldMkLst>
          <pc:docMk/>
          <pc:sldMk cId="4009527525" sldId="347"/>
        </pc:sldMkLst>
      </pc:sldChg>
      <pc:sldChg chg="add">
        <pc:chgData name="Ellen Cruz Felizari" userId="8856c835-99af-4cab-82d4-10c4e4641626" providerId="ADAL" clId="{E85D46CC-578C-41C8-8023-757430CB78A9}" dt="2025-03-19T11:39:50.072" v="0"/>
        <pc:sldMkLst>
          <pc:docMk/>
          <pc:sldMk cId="605338478" sldId="375"/>
        </pc:sldMkLst>
      </pc:sldChg>
      <pc:sldChg chg="add ord">
        <pc:chgData name="Ellen Cruz Felizari" userId="8856c835-99af-4cab-82d4-10c4e4641626" providerId="ADAL" clId="{E85D46CC-578C-41C8-8023-757430CB78A9}" dt="2025-03-19T12:24:13.439" v="108"/>
        <pc:sldMkLst>
          <pc:docMk/>
          <pc:sldMk cId="896412847" sldId="2741"/>
        </pc:sldMkLst>
      </pc:sldChg>
      <pc:sldChg chg="add del">
        <pc:chgData name="Ellen Cruz Felizari" userId="8856c835-99af-4cab-82d4-10c4e4641626" providerId="ADAL" clId="{E85D46CC-578C-41C8-8023-757430CB78A9}" dt="2025-03-19T12:21:50.663" v="33" actId="47"/>
        <pc:sldMkLst>
          <pc:docMk/>
          <pc:sldMk cId="251099183" sldId="2742"/>
        </pc:sldMkLst>
      </pc:sldChg>
      <pc:sldChg chg="add del">
        <pc:chgData name="Ellen Cruz Felizari" userId="8856c835-99af-4cab-82d4-10c4e4641626" providerId="ADAL" clId="{E85D46CC-578C-41C8-8023-757430CB78A9}" dt="2025-03-19T12:22:15.170" v="35" actId="47"/>
        <pc:sldMkLst>
          <pc:docMk/>
          <pc:sldMk cId="778046900" sldId="2742"/>
        </pc:sldMkLst>
      </pc:sldChg>
      <pc:sldChg chg="modSp add mod">
        <pc:chgData name="Ellen Cruz Felizari" userId="8856c835-99af-4cab-82d4-10c4e4641626" providerId="ADAL" clId="{E85D46CC-578C-41C8-8023-757430CB78A9}" dt="2025-03-19T13:00:27.124" v="145" actId="14100"/>
        <pc:sldMkLst>
          <pc:docMk/>
          <pc:sldMk cId="4176328858" sldId="2742"/>
        </pc:sldMkLst>
        <pc:spChg chg="mod">
          <ac:chgData name="Ellen Cruz Felizari" userId="8856c835-99af-4cab-82d4-10c4e4641626" providerId="ADAL" clId="{E85D46CC-578C-41C8-8023-757430CB78A9}" dt="2025-03-19T13:00:27.124" v="145" actId="14100"/>
          <ac:spMkLst>
            <pc:docMk/>
            <pc:sldMk cId="4176328858" sldId="2742"/>
            <ac:spMk id="90" creationId="{00000000-0000-0000-0000-000000000000}"/>
          </ac:spMkLst>
        </pc:spChg>
      </pc:sldChg>
      <pc:sldChg chg="add">
        <pc:chgData name="Ellen Cruz Felizari" userId="8856c835-99af-4cab-82d4-10c4e4641626" providerId="ADAL" clId="{E85D46CC-578C-41C8-8023-757430CB78A9}" dt="2025-03-19T12:25:24.523" v="109"/>
        <pc:sldMkLst>
          <pc:docMk/>
          <pc:sldMk cId="398772334" sldId="2744"/>
        </pc:sldMkLst>
      </pc:sldChg>
      <pc:sldChg chg="add">
        <pc:chgData name="Ellen Cruz Felizari" userId="8856c835-99af-4cab-82d4-10c4e4641626" providerId="ADAL" clId="{E85D46CC-578C-41C8-8023-757430CB78A9}" dt="2025-03-19T13:08:09.133" v="176" actId="2890"/>
        <pc:sldMkLst>
          <pc:docMk/>
          <pc:sldMk cId="1973658169" sldId="27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14816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Para que a participação de todos neste encontro seja ainda melhor, preparamos um conteúdo valioso para dar apoio aos observatórios que estão em implementação e também aos observatórios que buscam aumentar a sua maturidade.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Todos queremos ser reconhecidos pelos nossos clientes pelo trabalho e valor entregues, certo? </a:t>
            </a:r>
          </a:p>
          <a:p>
            <a:endParaRPr lang="pt-PT"/>
          </a:p>
          <a:p>
            <a:r>
              <a:rPr lang="pt-PT"/>
              <a:t>Só que para termos o reconhecimento é necessário muito trabalho duro e muitas entregas, que quando fazemos sozinhos, gastamos muita energia, tempo, gera retrabalho. Qual seria a solução para encurtarmos esse caminho? E olha, encurtar o caminho não quer dizer, necessariamente, que vai ser simples. Mas nós já temos uma solução: A Rede de Observatórios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/>
              <a:t>E COMO É essa rede?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2a5337738d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2a5337738d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14500" y="685800"/>
            <a:ext cx="3429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t>3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697425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2dad9169ba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2dad9169ba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 complementando, trabalhando em conjunto, compartilhando conhecimento, tecnologias e aprendizados. Bons ou nem tão bons assim. Nossa rede é colaborativa e complementar. E por isso temos capacidade de atuar nos mais variados temas, de diferentes formas. Somos uma comunidade interativa de especialistas, prontos para fornecer soluções inovadoras e eficazes para os seus desafios.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2666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714500" y="685800"/>
            <a:ext cx="3429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E para isso, ela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F8FE7-46EE-5D40-AE17-396D744E479B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34282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2a5337738d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2a5337738d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Essa é a rede: um ecossistema de altíssimo capital intelectual que é suportado por estas 6 ferramentas, que em conjunto possibilitam a geração de produtos e serviços de inteligência para apoio à tomada de decisões.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 como maestro desse ecossistema, temos o observatório Nacional da indústria, atuando como um grande hub de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96279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2dad9169ba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33538" y="768350"/>
            <a:ext cx="3836987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2dad9169ba_0_8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r>
              <a:rPr lang="pt-BR"/>
              <a:t>Hoje já somos ¾ do Brasil atuando de forma sinérgica e complementar para atender às indústrias. </a:t>
            </a:r>
          </a:p>
          <a:p>
            <a:pPr marL="0" indent="0">
              <a:buNone/>
            </a:pPr>
            <a:r>
              <a:rPr lang="pt-BR"/>
              <a:t>E então, como observatórios, como podemos contribuir para o estado, para o </a:t>
            </a:r>
            <a:r>
              <a:rPr lang="pt-BR" err="1"/>
              <a:t>sesi</a:t>
            </a:r>
            <a:r>
              <a:rPr lang="pt-BR"/>
              <a:t>, </a:t>
            </a:r>
            <a:r>
              <a:rPr lang="pt-BR" err="1"/>
              <a:t>senai</a:t>
            </a:r>
            <a:r>
              <a:rPr lang="pt-BR"/>
              <a:t> e </a:t>
            </a:r>
            <a:r>
              <a:rPr lang="pt-BR" err="1"/>
              <a:t>iel</a:t>
            </a:r>
            <a:r>
              <a:rPr lang="pt-BR"/>
              <a:t>, para a Rede e consequentemente para o Brasil?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5487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2dad9169ba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33538" y="768350"/>
            <a:ext cx="3836987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2dad9169ba_0_99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2dad9169b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33538" y="768350"/>
            <a:ext cx="3836987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2dad9169ba_0_2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512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2dad9169ba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2dad9169ba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6710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2dad9169ba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2dad9169ba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Venha fazer parte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8185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841613" y="3573960"/>
            <a:ext cx="23005500" cy="9852600"/>
          </a:xfrm>
          <a:prstGeom prst="rect">
            <a:avLst/>
          </a:prstGeom>
        </p:spPr>
        <p:txBody>
          <a:bodyPr spcFirstLastPara="1" wrap="square" lIns="310850" tIns="310850" rIns="310850" bIns="310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700"/>
              <a:buNone/>
              <a:defRPr sz="1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7700"/>
              <a:buNone/>
              <a:defRPr sz="1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17700"/>
              <a:buNone/>
              <a:defRPr sz="1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17700"/>
              <a:buNone/>
              <a:defRPr sz="1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17700"/>
              <a:buNone/>
              <a:defRPr sz="1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17700"/>
              <a:buNone/>
              <a:defRPr sz="1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17700"/>
              <a:buNone/>
              <a:defRPr sz="1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17700"/>
              <a:buNone/>
              <a:defRPr sz="1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17700"/>
              <a:buNone/>
              <a:defRPr sz="177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841590" y="13603800"/>
            <a:ext cx="23005500" cy="3804600"/>
          </a:xfrm>
          <a:prstGeom prst="rect">
            <a:avLst/>
          </a:prstGeom>
        </p:spPr>
        <p:txBody>
          <a:bodyPr spcFirstLastPara="1" wrap="square" lIns="310850" tIns="310850" rIns="310850" bIns="310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0"/>
              <a:buNone/>
              <a:defRPr sz="95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2875636" y="22383441"/>
            <a:ext cx="1481400" cy="1889400"/>
          </a:xfrm>
          <a:prstGeom prst="rect">
            <a:avLst/>
          </a:prstGeom>
        </p:spPr>
        <p:txBody>
          <a:bodyPr spcFirstLastPara="1" wrap="square" lIns="310850" tIns="310850" rIns="310850" bIns="31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76198"/>
            <a:ext cx="24688799" cy="2468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B1BF7892-4FDB-AD37-C1BE-969BC43380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62004" y="22899932"/>
            <a:ext cx="8507536" cy="126283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41590" y="2136120"/>
            <a:ext cx="23005500" cy="2748900"/>
          </a:xfrm>
          <a:prstGeom prst="rect">
            <a:avLst/>
          </a:prstGeom>
        </p:spPr>
        <p:txBody>
          <a:bodyPr spcFirstLastPara="1" wrap="square" lIns="310850" tIns="310850" rIns="310850" bIns="310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41590" y="5531880"/>
            <a:ext cx="23005500" cy="16398600"/>
          </a:xfrm>
          <a:prstGeom prst="rect">
            <a:avLst/>
          </a:prstGeom>
        </p:spPr>
        <p:txBody>
          <a:bodyPr spcFirstLastPara="1" wrap="square" lIns="310850" tIns="310850" rIns="310850" bIns="310850" anchor="t" anchorCtr="0">
            <a:normAutofit/>
          </a:bodyPr>
          <a:lstStyle>
            <a:lvl1pPr marL="457200" lvl="0" indent="-615950">
              <a:spcBef>
                <a:spcPts val="0"/>
              </a:spcBef>
              <a:spcAft>
                <a:spcPts val="0"/>
              </a:spcAft>
              <a:buSzPts val="6100"/>
              <a:buChar char="●"/>
              <a:defRPr/>
            </a:lvl1pPr>
            <a:lvl2pPr marL="914400" lvl="1" indent="-533400">
              <a:spcBef>
                <a:spcPts val="0"/>
              </a:spcBef>
              <a:spcAft>
                <a:spcPts val="0"/>
              </a:spcAft>
              <a:buSzPts val="4800"/>
              <a:buChar char="○"/>
              <a:defRPr/>
            </a:lvl2pPr>
            <a:lvl3pPr marL="1371600" lvl="2" indent="-533400">
              <a:spcBef>
                <a:spcPts val="0"/>
              </a:spcBef>
              <a:spcAft>
                <a:spcPts val="0"/>
              </a:spcAft>
              <a:buSzPts val="4800"/>
              <a:buChar char="■"/>
              <a:defRPr/>
            </a:lvl3pPr>
            <a:lvl4pPr marL="1828800" lvl="3" indent="-53340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4pPr>
            <a:lvl5pPr marL="2286000" lvl="4" indent="-533400">
              <a:spcBef>
                <a:spcPts val="0"/>
              </a:spcBef>
              <a:spcAft>
                <a:spcPts val="0"/>
              </a:spcAft>
              <a:buSzPts val="4800"/>
              <a:buChar char="○"/>
              <a:defRPr/>
            </a:lvl5pPr>
            <a:lvl6pPr marL="2743200" lvl="5" indent="-533400">
              <a:spcBef>
                <a:spcPts val="0"/>
              </a:spcBef>
              <a:spcAft>
                <a:spcPts val="0"/>
              </a:spcAft>
              <a:buSzPts val="4800"/>
              <a:buChar char="■"/>
              <a:defRPr/>
            </a:lvl6pPr>
            <a:lvl7pPr marL="3200400" lvl="6" indent="-53340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7pPr>
            <a:lvl8pPr marL="3657600" lvl="7" indent="-533400">
              <a:spcBef>
                <a:spcPts val="0"/>
              </a:spcBef>
              <a:spcAft>
                <a:spcPts val="0"/>
              </a:spcAft>
              <a:buSzPts val="4800"/>
              <a:buChar char="○"/>
              <a:defRPr/>
            </a:lvl8pPr>
            <a:lvl9pPr marL="4114800" lvl="8" indent="-533400">
              <a:spcBef>
                <a:spcPts val="0"/>
              </a:spcBef>
              <a:spcAft>
                <a:spcPts val="0"/>
              </a:spcAft>
              <a:buSzPts val="48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22875636" y="22383441"/>
            <a:ext cx="1481400" cy="1889400"/>
          </a:xfrm>
          <a:prstGeom prst="rect">
            <a:avLst/>
          </a:prstGeom>
        </p:spPr>
        <p:txBody>
          <a:bodyPr spcFirstLastPara="1" wrap="square" lIns="310850" tIns="310850" rIns="310850" bIns="31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41590" y="2136120"/>
            <a:ext cx="23005500" cy="2748900"/>
          </a:xfrm>
          <a:prstGeom prst="rect">
            <a:avLst/>
          </a:prstGeom>
        </p:spPr>
        <p:txBody>
          <a:bodyPr spcFirstLastPara="1" wrap="square" lIns="310850" tIns="310850" rIns="310850" bIns="310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41590" y="5531880"/>
            <a:ext cx="10799700" cy="16398600"/>
          </a:xfrm>
          <a:prstGeom prst="rect">
            <a:avLst/>
          </a:prstGeom>
        </p:spPr>
        <p:txBody>
          <a:bodyPr spcFirstLastPara="1" wrap="square" lIns="310850" tIns="310850" rIns="310850" bIns="310850" anchor="t" anchorCtr="0">
            <a:normAutofit/>
          </a:bodyPr>
          <a:lstStyle>
            <a:lvl1pPr marL="457200" lvl="0" indent="-53340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marL="914400" lvl="1" indent="-488950">
              <a:spcBef>
                <a:spcPts val="0"/>
              </a:spcBef>
              <a:spcAft>
                <a:spcPts val="0"/>
              </a:spcAft>
              <a:buSzPts val="4100"/>
              <a:buChar char="○"/>
              <a:defRPr sz="4100"/>
            </a:lvl2pPr>
            <a:lvl3pPr marL="1371600" lvl="2" indent="-488950">
              <a:spcBef>
                <a:spcPts val="0"/>
              </a:spcBef>
              <a:spcAft>
                <a:spcPts val="0"/>
              </a:spcAft>
              <a:buSzPts val="4100"/>
              <a:buChar char="■"/>
              <a:defRPr sz="4100"/>
            </a:lvl3pPr>
            <a:lvl4pPr marL="1828800" lvl="3" indent="-488950">
              <a:spcBef>
                <a:spcPts val="0"/>
              </a:spcBef>
              <a:spcAft>
                <a:spcPts val="0"/>
              </a:spcAft>
              <a:buSzPts val="4100"/>
              <a:buChar char="●"/>
              <a:defRPr sz="4100"/>
            </a:lvl4pPr>
            <a:lvl5pPr marL="2286000" lvl="4" indent="-488950">
              <a:spcBef>
                <a:spcPts val="0"/>
              </a:spcBef>
              <a:spcAft>
                <a:spcPts val="0"/>
              </a:spcAft>
              <a:buSzPts val="4100"/>
              <a:buChar char="○"/>
              <a:defRPr sz="4100"/>
            </a:lvl5pPr>
            <a:lvl6pPr marL="2743200" lvl="5" indent="-488950">
              <a:spcBef>
                <a:spcPts val="0"/>
              </a:spcBef>
              <a:spcAft>
                <a:spcPts val="0"/>
              </a:spcAft>
              <a:buSzPts val="4100"/>
              <a:buChar char="■"/>
              <a:defRPr sz="4100"/>
            </a:lvl6pPr>
            <a:lvl7pPr marL="3200400" lvl="6" indent="-488950">
              <a:spcBef>
                <a:spcPts val="0"/>
              </a:spcBef>
              <a:spcAft>
                <a:spcPts val="0"/>
              </a:spcAft>
              <a:buSzPts val="4100"/>
              <a:buChar char="●"/>
              <a:defRPr sz="4100"/>
            </a:lvl7pPr>
            <a:lvl8pPr marL="3657600" lvl="7" indent="-488950">
              <a:spcBef>
                <a:spcPts val="0"/>
              </a:spcBef>
              <a:spcAft>
                <a:spcPts val="0"/>
              </a:spcAft>
              <a:buSzPts val="4100"/>
              <a:buChar char="○"/>
              <a:defRPr sz="4100"/>
            </a:lvl8pPr>
            <a:lvl9pPr marL="4114800" lvl="8" indent="-488950">
              <a:spcBef>
                <a:spcPts val="0"/>
              </a:spcBef>
              <a:spcAft>
                <a:spcPts val="0"/>
              </a:spcAft>
              <a:buSzPts val="4100"/>
              <a:buChar char="■"/>
              <a:defRPr sz="41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13047480" y="5531880"/>
            <a:ext cx="10799700" cy="16398600"/>
          </a:xfrm>
          <a:prstGeom prst="rect">
            <a:avLst/>
          </a:prstGeom>
        </p:spPr>
        <p:txBody>
          <a:bodyPr spcFirstLastPara="1" wrap="square" lIns="310850" tIns="310850" rIns="310850" bIns="310850" anchor="t" anchorCtr="0">
            <a:normAutofit/>
          </a:bodyPr>
          <a:lstStyle>
            <a:lvl1pPr marL="457200" lvl="0" indent="-53340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marL="914400" lvl="1" indent="-488950">
              <a:spcBef>
                <a:spcPts val="0"/>
              </a:spcBef>
              <a:spcAft>
                <a:spcPts val="0"/>
              </a:spcAft>
              <a:buSzPts val="4100"/>
              <a:buChar char="○"/>
              <a:defRPr sz="4100"/>
            </a:lvl2pPr>
            <a:lvl3pPr marL="1371600" lvl="2" indent="-488950">
              <a:spcBef>
                <a:spcPts val="0"/>
              </a:spcBef>
              <a:spcAft>
                <a:spcPts val="0"/>
              </a:spcAft>
              <a:buSzPts val="4100"/>
              <a:buChar char="■"/>
              <a:defRPr sz="4100"/>
            </a:lvl3pPr>
            <a:lvl4pPr marL="1828800" lvl="3" indent="-488950">
              <a:spcBef>
                <a:spcPts val="0"/>
              </a:spcBef>
              <a:spcAft>
                <a:spcPts val="0"/>
              </a:spcAft>
              <a:buSzPts val="4100"/>
              <a:buChar char="●"/>
              <a:defRPr sz="4100"/>
            </a:lvl4pPr>
            <a:lvl5pPr marL="2286000" lvl="4" indent="-488950">
              <a:spcBef>
                <a:spcPts val="0"/>
              </a:spcBef>
              <a:spcAft>
                <a:spcPts val="0"/>
              </a:spcAft>
              <a:buSzPts val="4100"/>
              <a:buChar char="○"/>
              <a:defRPr sz="4100"/>
            </a:lvl5pPr>
            <a:lvl6pPr marL="2743200" lvl="5" indent="-488950">
              <a:spcBef>
                <a:spcPts val="0"/>
              </a:spcBef>
              <a:spcAft>
                <a:spcPts val="0"/>
              </a:spcAft>
              <a:buSzPts val="4100"/>
              <a:buChar char="■"/>
              <a:defRPr sz="4100"/>
            </a:lvl6pPr>
            <a:lvl7pPr marL="3200400" lvl="6" indent="-488950">
              <a:spcBef>
                <a:spcPts val="0"/>
              </a:spcBef>
              <a:spcAft>
                <a:spcPts val="0"/>
              </a:spcAft>
              <a:buSzPts val="4100"/>
              <a:buChar char="●"/>
              <a:defRPr sz="4100"/>
            </a:lvl7pPr>
            <a:lvl8pPr marL="3657600" lvl="7" indent="-488950">
              <a:spcBef>
                <a:spcPts val="0"/>
              </a:spcBef>
              <a:spcAft>
                <a:spcPts val="0"/>
              </a:spcAft>
              <a:buSzPts val="4100"/>
              <a:buChar char="○"/>
              <a:defRPr sz="4100"/>
            </a:lvl8pPr>
            <a:lvl9pPr marL="4114800" lvl="8" indent="-488950">
              <a:spcBef>
                <a:spcPts val="0"/>
              </a:spcBef>
              <a:spcAft>
                <a:spcPts val="0"/>
              </a:spcAft>
              <a:buSzPts val="4100"/>
              <a:buChar char="■"/>
              <a:defRPr sz="41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22875636" y="22383441"/>
            <a:ext cx="1481400" cy="1889400"/>
          </a:xfrm>
          <a:prstGeom prst="rect">
            <a:avLst/>
          </a:prstGeom>
        </p:spPr>
        <p:txBody>
          <a:bodyPr spcFirstLastPara="1" wrap="square" lIns="310850" tIns="310850" rIns="310850" bIns="31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841590" y="2136120"/>
            <a:ext cx="23005500" cy="2748900"/>
          </a:xfrm>
          <a:prstGeom prst="rect">
            <a:avLst/>
          </a:prstGeom>
        </p:spPr>
        <p:txBody>
          <a:bodyPr spcFirstLastPara="1" wrap="square" lIns="310850" tIns="310850" rIns="310850" bIns="310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5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22875636" y="22383441"/>
            <a:ext cx="1481400" cy="1889400"/>
          </a:xfrm>
          <a:prstGeom prst="rect">
            <a:avLst/>
          </a:prstGeom>
        </p:spPr>
        <p:txBody>
          <a:bodyPr spcFirstLastPara="1" wrap="square" lIns="310850" tIns="310850" rIns="310850" bIns="31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841590" y="2666880"/>
            <a:ext cx="7581600" cy="3627300"/>
          </a:xfrm>
          <a:prstGeom prst="rect">
            <a:avLst/>
          </a:prstGeom>
        </p:spPr>
        <p:txBody>
          <a:bodyPr spcFirstLastPara="1" wrap="square" lIns="310850" tIns="310850" rIns="310850" bIns="3108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1pPr>
            <a:lvl2pPr lvl="1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2pPr>
            <a:lvl3pPr lvl="2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3pPr>
            <a:lvl4pPr lvl="3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4pPr>
            <a:lvl5pPr lvl="4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5pPr>
            <a:lvl6pPr lvl="5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6pPr>
            <a:lvl7pPr lvl="6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7pPr>
            <a:lvl8pPr lvl="7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8pPr>
            <a:lvl9pPr lvl="8">
              <a:spcBef>
                <a:spcPts val="0"/>
              </a:spcBef>
              <a:spcAft>
                <a:spcPts val="0"/>
              </a:spcAft>
              <a:buSzPts val="8200"/>
              <a:buNone/>
              <a:defRPr sz="8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841590" y="6670080"/>
            <a:ext cx="7581600" cy="15261000"/>
          </a:xfrm>
          <a:prstGeom prst="rect">
            <a:avLst/>
          </a:prstGeom>
        </p:spPr>
        <p:txBody>
          <a:bodyPr spcFirstLastPara="1" wrap="square" lIns="310850" tIns="310850" rIns="310850" bIns="310850" anchor="t" anchorCtr="0">
            <a:normAutofit/>
          </a:bodyPr>
          <a:lstStyle>
            <a:lvl1pPr marL="457200" lvl="0" indent="-488950">
              <a:spcBef>
                <a:spcPts val="0"/>
              </a:spcBef>
              <a:spcAft>
                <a:spcPts val="0"/>
              </a:spcAft>
              <a:buSzPts val="4100"/>
              <a:buChar char="●"/>
              <a:defRPr sz="4100"/>
            </a:lvl1pPr>
            <a:lvl2pPr marL="914400" lvl="1" indent="-488950">
              <a:spcBef>
                <a:spcPts val="0"/>
              </a:spcBef>
              <a:spcAft>
                <a:spcPts val="0"/>
              </a:spcAft>
              <a:buSzPts val="4100"/>
              <a:buChar char="○"/>
              <a:defRPr sz="4100"/>
            </a:lvl2pPr>
            <a:lvl3pPr marL="1371600" lvl="2" indent="-488950">
              <a:spcBef>
                <a:spcPts val="0"/>
              </a:spcBef>
              <a:spcAft>
                <a:spcPts val="0"/>
              </a:spcAft>
              <a:buSzPts val="4100"/>
              <a:buChar char="■"/>
              <a:defRPr sz="4100"/>
            </a:lvl3pPr>
            <a:lvl4pPr marL="1828800" lvl="3" indent="-488950">
              <a:spcBef>
                <a:spcPts val="0"/>
              </a:spcBef>
              <a:spcAft>
                <a:spcPts val="0"/>
              </a:spcAft>
              <a:buSzPts val="4100"/>
              <a:buChar char="●"/>
              <a:defRPr sz="4100"/>
            </a:lvl4pPr>
            <a:lvl5pPr marL="2286000" lvl="4" indent="-488950">
              <a:spcBef>
                <a:spcPts val="0"/>
              </a:spcBef>
              <a:spcAft>
                <a:spcPts val="0"/>
              </a:spcAft>
              <a:buSzPts val="4100"/>
              <a:buChar char="○"/>
              <a:defRPr sz="4100"/>
            </a:lvl5pPr>
            <a:lvl6pPr marL="2743200" lvl="5" indent="-488950">
              <a:spcBef>
                <a:spcPts val="0"/>
              </a:spcBef>
              <a:spcAft>
                <a:spcPts val="0"/>
              </a:spcAft>
              <a:buSzPts val="4100"/>
              <a:buChar char="■"/>
              <a:defRPr sz="4100"/>
            </a:lvl6pPr>
            <a:lvl7pPr marL="3200400" lvl="6" indent="-488950">
              <a:spcBef>
                <a:spcPts val="0"/>
              </a:spcBef>
              <a:spcAft>
                <a:spcPts val="0"/>
              </a:spcAft>
              <a:buSzPts val="4100"/>
              <a:buChar char="●"/>
              <a:defRPr sz="4100"/>
            </a:lvl7pPr>
            <a:lvl8pPr marL="3657600" lvl="7" indent="-488950">
              <a:spcBef>
                <a:spcPts val="0"/>
              </a:spcBef>
              <a:spcAft>
                <a:spcPts val="0"/>
              </a:spcAft>
              <a:buSzPts val="4100"/>
              <a:buChar char="○"/>
              <a:defRPr sz="4100"/>
            </a:lvl8pPr>
            <a:lvl9pPr marL="4114800" lvl="8" indent="-488950">
              <a:spcBef>
                <a:spcPts val="0"/>
              </a:spcBef>
              <a:spcAft>
                <a:spcPts val="0"/>
              </a:spcAft>
              <a:buSzPts val="4100"/>
              <a:buChar char="■"/>
              <a:defRPr sz="41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22875636" y="22383441"/>
            <a:ext cx="1481400" cy="1889400"/>
          </a:xfrm>
          <a:prstGeom prst="rect">
            <a:avLst/>
          </a:prstGeom>
        </p:spPr>
        <p:txBody>
          <a:bodyPr spcFirstLastPara="1" wrap="square" lIns="310850" tIns="310850" rIns="310850" bIns="31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1323675" y="2160720"/>
            <a:ext cx="17193000" cy="19635900"/>
          </a:xfrm>
          <a:prstGeom prst="rect">
            <a:avLst/>
          </a:prstGeom>
        </p:spPr>
        <p:txBody>
          <a:bodyPr spcFirstLastPara="1" wrap="square" lIns="310850" tIns="310850" rIns="310850" bIns="3108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300"/>
              <a:buNone/>
              <a:defRPr sz="16300"/>
            </a:lvl1pPr>
            <a:lvl2pPr lvl="1">
              <a:spcBef>
                <a:spcPts val="0"/>
              </a:spcBef>
              <a:spcAft>
                <a:spcPts val="0"/>
              </a:spcAft>
              <a:buSzPts val="16300"/>
              <a:buNone/>
              <a:defRPr sz="16300"/>
            </a:lvl2pPr>
            <a:lvl3pPr lvl="2">
              <a:spcBef>
                <a:spcPts val="0"/>
              </a:spcBef>
              <a:spcAft>
                <a:spcPts val="0"/>
              </a:spcAft>
              <a:buSzPts val="16300"/>
              <a:buNone/>
              <a:defRPr sz="16300"/>
            </a:lvl3pPr>
            <a:lvl4pPr lvl="3">
              <a:spcBef>
                <a:spcPts val="0"/>
              </a:spcBef>
              <a:spcAft>
                <a:spcPts val="0"/>
              </a:spcAft>
              <a:buSzPts val="16300"/>
              <a:buNone/>
              <a:defRPr sz="16300"/>
            </a:lvl4pPr>
            <a:lvl5pPr lvl="4">
              <a:spcBef>
                <a:spcPts val="0"/>
              </a:spcBef>
              <a:spcAft>
                <a:spcPts val="0"/>
              </a:spcAft>
              <a:buSzPts val="16300"/>
              <a:buNone/>
              <a:defRPr sz="16300"/>
            </a:lvl5pPr>
            <a:lvl6pPr lvl="5">
              <a:spcBef>
                <a:spcPts val="0"/>
              </a:spcBef>
              <a:spcAft>
                <a:spcPts val="0"/>
              </a:spcAft>
              <a:buSzPts val="16300"/>
              <a:buNone/>
              <a:defRPr sz="16300"/>
            </a:lvl6pPr>
            <a:lvl7pPr lvl="6">
              <a:spcBef>
                <a:spcPts val="0"/>
              </a:spcBef>
              <a:spcAft>
                <a:spcPts val="0"/>
              </a:spcAft>
              <a:buSzPts val="16300"/>
              <a:buNone/>
              <a:defRPr sz="16300"/>
            </a:lvl7pPr>
            <a:lvl8pPr lvl="7">
              <a:spcBef>
                <a:spcPts val="0"/>
              </a:spcBef>
              <a:spcAft>
                <a:spcPts val="0"/>
              </a:spcAft>
              <a:buSzPts val="16300"/>
              <a:buNone/>
              <a:defRPr sz="16300"/>
            </a:lvl8pPr>
            <a:lvl9pPr lvl="8">
              <a:spcBef>
                <a:spcPts val="0"/>
              </a:spcBef>
              <a:spcAft>
                <a:spcPts val="0"/>
              </a:spcAft>
              <a:buSzPts val="16300"/>
              <a:buNone/>
              <a:defRPr sz="163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22875636" y="22383441"/>
            <a:ext cx="1481400" cy="1889400"/>
          </a:xfrm>
          <a:prstGeom prst="rect">
            <a:avLst/>
          </a:prstGeom>
        </p:spPr>
        <p:txBody>
          <a:bodyPr spcFirstLastPara="1" wrap="square" lIns="310850" tIns="310850" rIns="310850" bIns="31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12344400" y="-600"/>
            <a:ext cx="12344400" cy="246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310850" tIns="310850" rIns="310850" bIns="310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716850" y="5919240"/>
            <a:ext cx="10922100" cy="7115100"/>
          </a:xfrm>
          <a:prstGeom prst="rect">
            <a:avLst/>
          </a:prstGeom>
        </p:spPr>
        <p:txBody>
          <a:bodyPr spcFirstLastPara="1" wrap="square" lIns="310850" tIns="310850" rIns="310850" bIns="310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300"/>
              <a:buNone/>
              <a:defRPr sz="1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300"/>
              <a:buNone/>
              <a:defRPr sz="1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300"/>
              <a:buNone/>
              <a:defRPr sz="1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300"/>
              <a:buNone/>
              <a:defRPr sz="1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300"/>
              <a:buNone/>
              <a:defRPr sz="1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300"/>
              <a:buNone/>
              <a:defRPr sz="1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300"/>
              <a:buNone/>
              <a:defRPr sz="1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300"/>
              <a:buNone/>
              <a:defRPr sz="1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300"/>
              <a:buNone/>
              <a:defRPr sz="143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716850" y="13454760"/>
            <a:ext cx="10922100" cy="5928600"/>
          </a:xfrm>
          <a:prstGeom prst="rect">
            <a:avLst/>
          </a:prstGeom>
        </p:spPr>
        <p:txBody>
          <a:bodyPr spcFirstLastPara="1" wrap="square" lIns="310850" tIns="310850" rIns="310850" bIns="310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13336650" y="3475560"/>
            <a:ext cx="10359900" cy="17736600"/>
          </a:xfrm>
          <a:prstGeom prst="rect">
            <a:avLst/>
          </a:prstGeom>
        </p:spPr>
        <p:txBody>
          <a:bodyPr spcFirstLastPara="1" wrap="square" lIns="310850" tIns="310850" rIns="310850" bIns="310850" anchor="ctr" anchorCtr="0">
            <a:normAutofit/>
          </a:bodyPr>
          <a:lstStyle>
            <a:lvl1pPr marL="457200" lvl="0" indent="-615950">
              <a:spcBef>
                <a:spcPts val="0"/>
              </a:spcBef>
              <a:spcAft>
                <a:spcPts val="0"/>
              </a:spcAft>
              <a:buSzPts val="6100"/>
              <a:buChar char="●"/>
              <a:defRPr/>
            </a:lvl1pPr>
            <a:lvl2pPr marL="914400" lvl="1" indent="-533400">
              <a:spcBef>
                <a:spcPts val="0"/>
              </a:spcBef>
              <a:spcAft>
                <a:spcPts val="0"/>
              </a:spcAft>
              <a:buSzPts val="4800"/>
              <a:buChar char="○"/>
              <a:defRPr/>
            </a:lvl2pPr>
            <a:lvl3pPr marL="1371600" lvl="2" indent="-533400">
              <a:spcBef>
                <a:spcPts val="0"/>
              </a:spcBef>
              <a:spcAft>
                <a:spcPts val="0"/>
              </a:spcAft>
              <a:buSzPts val="4800"/>
              <a:buChar char="■"/>
              <a:defRPr/>
            </a:lvl3pPr>
            <a:lvl4pPr marL="1828800" lvl="3" indent="-53340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4pPr>
            <a:lvl5pPr marL="2286000" lvl="4" indent="-533400">
              <a:spcBef>
                <a:spcPts val="0"/>
              </a:spcBef>
              <a:spcAft>
                <a:spcPts val="0"/>
              </a:spcAft>
              <a:buSzPts val="4800"/>
              <a:buChar char="○"/>
              <a:defRPr/>
            </a:lvl5pPr>
            <a:lvl6pPr marL="2743200" lvl="5" indent="-533400">
              <a:spcBef>
                <a:spcPts val="0"/>
              </a:spcBef>
              <a:spcAft>
                <a:spcPts val="0"/>
              </a:spcAft>
              <a:buSzPts val="4800"/>
              <a:buChar char="■"/>
              <a:defRPr/>
            </a:lvl6pPr>
            <a:lvl7pPr marL="3200400" lvl="6" indent="-53340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7pPr>
            <a:lvl8pPr marL="3657600" lvl="7" indent="-533400">
              <a:spcBef>
                <a:spcPts val="0"/>
              </a:spcBef>
              <a:spcAft>
                <a:spcPts val="0"/>
              </a:spcAft>
              <a:buSzPts val="4800"/>
              <a:buChar char="○"/>
              <a:defRPr/>
            </a:lvl8pPr>
            <a:lvl9pPr marL="4114800" lvl="8" indent="-533400">
              <a:spcBef>
                <a:spcPts val="0"/>
              </a:spcBef>
              <a:spcAft>
                <a:spcPts val="0"/>
              </a:spcAft>
              <a:buSzPts val="48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22875636" y="22383441"/>
            <a:ext cx="1481400" cy="1889400"/>
          </a:xfrm>
          <a:prstGeom prst="rect">
            <a:avLst/>
          </a:prstGeom>
        </p:spPr>
        <p:txBody>
          <a:bodyPr spcFirstLastPara="1" wrap="square" lIns="310850" tIns="310850" rIns="310850" bIns="31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841590" y="20306760"/>
            <a:ext cx="16196700" cy="2904600"/>
          </a:xfrm>
          <a:prstGeom prst="rect">
            <a:avLst/>
          </a:prstGeom>
        </p:spPr>
        <p:txBody>
          <a:bodyPr spcFirstLastPara="1" wrap="square" lIns="310850" tIns="310850" rIns="310850" bIns="3108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22875636" y="22383441"/>
            <a:ext cx="1481400" cy="1889400"/>
          </a:xfrm>
          <a:prstGeom prst="rect">
            <a:avLst/>
          </a:prstGeom>
        </p:spPr>
        <p:txBody>
          <a:bodyPr spcFirstLastPara="1" wrap="square" lIns="310850" tIns="310850" rIns="310850" bIns="31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841590" y="5309400"/>
            <a:ext cx="23005500" cy="9424800"/>
          </a:xfrm>
          <a:prstGeom prst="rect">
            <a:avLst/>
          </a:prstGeom>
        </p:spPr>
        <p:txBody>
          <a:bodyPr spcFirstLastPara="1" wrap="square" lIns="310850" tIns="310850" rIns="310850" bIns="310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800"/>
              <a:buNone/>
              <a:defRPr sz="40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800"/>
              <a:buNone/>
              <a:defRPr sz="40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800"/>
              <a:buNone/>
              <a:defRPr sz="40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800"/>
              <a:buNone/>
              <a:defRPr sz="40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800"/>
              <a:buNone/>
              <a:defRPr sz="40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800"/>
              <a:buNone/>
              <a:defRPr sz="40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800"/>
              <a:buNone/>
              <a:defRPr sz="40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800"/>
              <a:buNone/>
              <a:defRPr sz="40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800"/>
              <a:buNone/>
              <a:defRPr sz="408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841590" y="15130680"/>
            <a:ext cx="23005500" cy="6243900"/>
          </a:xfrm>
          <a:prstGeom prst="rect">
            <a:avLst/>
          </a:prstGeom>
        </p:spPr>
        <p:txBody>
          <a:bodyPr spcFirstLastPara="1" wrap="square" lIns="310850" tIns="310850" rIns="310850" bIns="310850" anchor="t" anchorCtr="0">
            <a:normAutofit/>
          </a:bodyPr>
          <a:lstStyle>
            <a:lvl1pPr marL="457200" lvl="0" indent="-615950" algn="ctr">
              <a:spcBef>
                <a:spcPts val="0"/>
              </a:spcBef>
              <a:spcAft>
                <a:spcPts val="0"/>
              </a:spcAft>
              <a:buSzPts val="6100"/>
              <a:buChar char="●"/>
              <a:defRPr/>
            </a:lvl1pPr>
            <a:lvl2pPr marL="914400" lvl="1" indent="-53340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/>
            </a:lvl2pPr>
            <a:lvl3pPr marL="1371600" lvl="2" indent="-53340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/>
            </a:lvl3pPr>
            <a:lvl4pPr marL="1828800" lvl="3" indent="-53340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4pPr>
            <a:lvl5pPr marL="2286000" lvl="4" indent="-53340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/>
            </a:lvl5pPr>
            <a:lvl6pPr marL="2743200" lvl="5" indent="-53340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/>
            </a:lvl6pPr>
            <a:lvl7pPr marL="3200400" lvl="6" indent="-53340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7pPr>
            <a:lvl8pPr marL="3657600" lvl="7" indent="-53340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/>
            </a:lvl8pPr>
            <a:lvl9pPr marL="4114800" lvl="8" indent="-53340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22875636" y="22383441"/>
            <a:ext cx="1481400" cy="1889400"/>
          </a:xfrm>
          <a:prstGeom prst="rect">
            <a:avLst/>
          </a:prstGeom>
        </p:spPr>
        <p:txBody>
          <a:bodyPr spcFirstLastPara="1" wrap="square" lIns="310850" tIns="310850" rIns="310850" bIns="31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22875636" y="22383441"/>
            <a:ext cx="1481400" cy="1889400"/>
          </a:xfrm>
          <a:prstGeom prst="rect">
            <a:avLst/>
          </a:prstGeom>
        </p:spPr>
        <p:txBody>
          <a:bodyPr spcFirstLastPara="1" wrap="square" lIns="310850" tIns="310850" rIns="310850" bIns="310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201D4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41590" y="2136120"/>
            <a:ext cx="23005500" cy="27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0850" tIns="310850" rIns="310850" bIns="310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0"/>
              <a:buNone/>
              <a:defRPr sz="9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0"/>
              <a:buNone/>
              <a:defRPr sz="9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0"/>
              <a:buNone/>
              <a:defRPr sz="9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0"/>
              <a:buNone/>
              <a:defRPr sz="9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0"/>
              <a:buNone/>
              <a:defRPr sz="9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0"/>
              <a:buNone/>
              <a:defRPr sz="9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0"/>
              <a:buNone/>
              <a:defRPr sz="9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0"/>
              <a:buNone/>
              <a:defRPr sz="9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0"/>
              <a:buNone/>
              <a:defRPr sz="9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41590" y="5531880"/>
            <a:ext cx="23005500" cy="163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0850" tIns="310850" rIns="310850" bIns="310850" anchor="t" anchorCtr="0">
            <a:normAutofit/>
          </a:bodyPr>
          <a:lstStyle>
            <a:lvl1pPr marL="457200" lvl="0" indent="-615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100"/>
              <a:buChar char="●"/>
              <a:defRPr sz="6100">
                <a:solidFill>
                  <a:schemeClr val="dk2"/>
                </a:solidFill>
              </a:defRPr>
            </a:lvl1pPr>
            <a:lvl2pPr marL="914400" lvl="1" indent="-533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Char char="○"/>
              <a:defRPr sz="4800">
                <a:solidFill>
                  <a:schemeClr val="dk2"/>
                </a:solidFill>
              </a:defRPr>
            </a:lvl2pPr>
            <a:lvl3pPr marL="1371600" lvl="2" indent="-533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Char char="■"/>
              <a:defRPr sz="4800">
                <a:solidFill>
                  <a:schemeClr val="dk2"/>
                </a:solidFill>
              </a:defRPr>
            </a:lvl3pPr>
            <a:lvl4pPr marL="1828800" lvl="3" indent="-533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Char char="●"/>
              <a:defRPr sz="4800">
                <a:solidFill>
                  <a:schemeClr val="dk2"/>
                </a:solidFill>
              </a:defRPr>
            </a:lvl4pPr>
            <a:lvl5pPr marL="2286000" lvl="4" indent="-533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Char char="○"/>
              <a:defRPr sz="4800">
                <a:solidFill>
                  <a:schemeClr val="dk2"/>
                </a:solidFill>
              </a:defRPr>
            </a:lvl5pPr>
            <a:lvl6pPr marL="2743200" lvl="5" indent="-533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Char char="■"/>
              <a:defRPr sz="4800">
                <a:solidFill>
                  <a:schemeClr val="dk2"/>
                </a:solidFill>
              </a:defRPr>
            </a:lvl6pPr>
            <a:lvl7pPr marL="3200400" lvl="6" indent="-533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Char char="●"/>
              <a:defRPr sz="4800">
                <a:solidFill>
                  <a:schemeClr val="dk2"/>
                </a:solidFill>
              </a:defRPr>
            </a:lvl7pPr>
            <a:lvl8pPr marL="3657600" lvl="7" indent="-533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Char char="○"/>
              <a:defRPr sz="4800">
                <a:solidFill>
                  <a:schemeClr val="dk2"/>
                </a:solidFill>
              </a:defRPr>
            </a:lvl8pPr>
            <a:lvl9pPr marL="4114800" lvl="8" indent="-533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Char char="■"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2875636" y="22383441"/>
            <a:ext cx="1481400" cy="18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0850" tIns="310850" rIns="310850" bIns="310850" anchor="ctr" anchorCtr="0">
            <a:normAutofit/>
          </a:bodyPr>
          <a:lstStyle>
            <a:lvl1pPr lvl="0" algn="r">
              <a:buNone/>
              <a:defRPr sz="3400">
                <a:solidFill>
                  <a:schemeClr val="dk2"/>
                </a:solidFill>
              </a:defRPr>
            </a:lvl1pPr>
            <a:lvl2pPr lvl="1" algn="r">
              <a:buNone/>
              <a:defRPr sz="3400">
                <a:solidFill>
                  <a:schemeClr val="dk2"/>
                </a:solidFill>
              </a:defRPr>
            </a:lvl2pPr>
            <a:lvl3pPr lvl="2" algn="r">
              <a:buNone/>
              <a:defRPr sz="3400">
                <a:solidFill>
                  <a:schemeClr val="dk2"/>
                </a:solidFill>
              </a:defRPr>
            </a:lvl3pPr>
            <a:lvl4pPr lvl="3" algn="r">
              <a:buNone/>
              <a:defRPr sz="3400">
                <a:solidFill>
                  <a:schemeClr val="dk2"/>
                </a:solidFill>
              </a:defRPr>
            </a:lvl4pPr>
            <a:lvl5pPr lvl="4" algn="r">
              <a:buNone/>
              <a:defRPr sz="3400">
                <a:solidFill>
                  <a:schemeClr val="dk2"/>
                </a:solidFill>
              </a:defRPr>
            </a:lvl5pPr>
            <a:lvl6pPr lvl="5" algn="r">
              <a:buNone/>
              <a:defRPr sz="3400">
                <a:solidFill>
                  <a:schemeClr val="dk2"/>
                </a:solidFill>
              </a:defRPr>
            </a:lvl6pPr>
            <a:lvl7pPr lvl="6" algn="r">
              <a:buNone/>
              <a:defRPr sz="3400">
                <a:solidFill>
                  <a:schemeClr val="dk2"/>
                </a:solidFill>
              </a:defRPr>
            </a:lvl7pPr>
            <a:lvl8pPr lvl="7" algn="r">
              <a:buNone/>
              <a:defRPr sz="3400">
                <a:solidFill>
                  <a:schemeClr val="dk2"/>
                </a:solidFill>
              </a:defRPr>
            </a:lvl8pPr>
            <a:lvl9pPr lvl="8" algn="r">
              <a:buNone/>
              <a:defRPr sz="34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0" y="-76202"/>
            <a:ext cx="24688799" cy="2468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-76200" y="-76200"/>
            <a:ext cx="24765000" cy="24765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EE5C0DC-075A-B3CD-443B-62577DAAA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365682" y="-880534"/>
            <a:ext cx="24688800" cy="24688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8097295-14DD-08DF-0C60-FBE884F4E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688800" cy="312928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0FAEE699-EE37-DB2C-8A95-1A1BCC9A50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34222" y="17491156"/>
            <a:ext cx="15851290" cy="2352926"/>
          </a:xfrm>
          <a:prstGeom prst="rect">
            <a:avLst/>
          </a:prstGeom>
        </p:spPr>
      </p:pic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DE7F8B18-CF1A-48A4-3CE8-70B7B33BB4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972" y="15238443"/>
            <a:ext cx="22492856" cy="6858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F579065-6E81-2F7B-5637-D7E051AEAB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76200" y="-152400"/>
            <a:ext cx="24841200" cy="24841200"/>
          </a:xfrm>
          <a:prstGeom prst="rect">
            <a:avLst/>
          </a:prstGeom>
        </p:spPr>
      </p:pic>
      <p:sp>
        <p:nvSpPr>
          <p:cNvPr id="62" name="Google Shape;62;p14"/>
          <p:cNvSpPr/>
          <p:nvPr/>
        </p:nvSpPr>
        <p:spPr>
          <a:xfrm>
            <a:off x="1494425" y="6054550"/>
            <a:ext cx="11499600" cy="7089600"/>
          </a:xfrm>
          <a:prstGeom prst="rect">
            <a:avLst/>
          </a:prstGeom>
          <a:solidFill>
            <a:srgbClr val="201D42">
              <a:alpha val="80000"/>
            </a:srgbClr>
          </a:solidFill>
          <a:ln w="76200" cap="flat" cmpd="sng">
            <a:solidFill>
              <a:srgbClr val="FDAD2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2375175" y="6513558"/>
            <a:ext cx="9730500" cy="685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pt-BR" sz="3900" dirty="0">
                <a:solidFill>
                  <a:schemeClr val="lt1"/>
                </a:solidFill>
                <a:latin typeface="Observatório Nacional Sans" pitchFamily="2" charset="77"/>
                <a:ea typeface="Observatório Nacional Sans" pitchFamily="2" charset="77"/>
                <a:cs typeface="Montserrat Medium"/>
                <a:sym typeface="Montserrat Medium"/>
              </a:rPr>
              <a:t>Atuar como principal hub na articulação, curadoria, desenvolvimento e difusão de produtos de inteligência prospectiva, estratégica, competitiva e mercadológica, junto à Rede de Observatórios, Departamentos Regionais de SESI, SENAI e</a:t>
            </a: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pt-BR" sz="3900" dirty="0">
                <a:solidFill>
                  <a:schemeClr val="lt1"/>
                </a:solidFill>
                <a:latin typeface="Observatório Nacional Sans" pitchFamily="2" charset="77"/>
                <a:ea typeface="Observatório Nacional Sans" pitchFamily="2" charset="77"/>
                <a:cs typeface="Montserrat Medium"/>
                <a:sym typeface="Montserrat Medium"/>
              </a:rPr>
              <a:t>IEL e Federações.  </a:t>
            </a:r>
            <a:endParaRPr lang="pt-BR" sz="3900" dirty="0">
              <a:solidFill>
                <a:schemeClr val="lt1"/>
              </a:solidFill>
              <a:latin typeface="Observatório Nacional Sans" pitchFamily="2" charset="77"/>
              <a:ea typeface="Observatório Nacional Sans" pitchFamily="2" charset="77"/>
              <a:cs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lt1"/>
              </a:solidFill>
              <a:latin typeface="Observatório Nacional Sans" pitchFamily="2" charset="77"/>
              <a:ea typeface="Observatório Nacional Sans" pitchFamily="2" charset="77"/>
              <a:cs typeface="Montserrat Medium"/>
              <a:sym typeface="Montserrat Medium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994175" y="3110600"/>
            <a:ext cx="12611700" cy="18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50" b="1">
                <a:solidFill>
                  <a:srgbClr val="FDAD23"/>
                </a:solidFill>
                <a:latin typeface="Observatório Nacional Sans" pitchFamily="2" charset="77"/>
                <a:ea typeface="Observatório Nacional Sans" pitchFamily="2" charset="77"/>
                <a:cs typeface="Montserrat"/>
                <a:sym typeface="Montserrat"/>
              </a:rPr>
              <a:t>O OBSERVATÓRIO</a:t>
            </a:r>
            <a:endParaRPr sz="6450" b="1">
              <a:solidFill>
                <a:srgbClr val="FDAD23"/>
              </a:solidFill>
              <a:latin typeface="Observatório Nacional Sans" pitchFamily="2" charset="77"/>
              <a:ea typeface="Observatório Nacional Sans" pitchFamily="2" charset="77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50">
                <a:solidFill>
                  <a:srgbClr val="EEEEEE"/>
                </a:solidFill>
                <a:latin typeface="Observatório Nacional Sans" pitchFamily="2" charset="77"/>
                <a:ea typeface="Observatório Nacional Sans" pitchFamily="2" charset="77"/>
                <a:cs typeface="Montserrat"/>
                <a:sym typeface="Montserrat"/>
              </a:rPr>
              <a:t>O Papel</a:t>
            </a:r>
            <a:endParaRPr sz="3750">
              <a:solidFill>
                <a:srgbClr val="EEEEEE"/>
              </a:solidFill>
              <a:latin typeface="Observatório Nacional Sans" pitchFamily="2" charset="77"/>
              <a:ea typeface="Observatório Nacional Sans" pitchFamily="2" charset="77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>
              <a:latin typeface="Observatório Nacional Sans" pitchFamily="2" charset="77"/>
              <a:ea typeface="Observatório Nacional Sans" pitchFamily="2" charset="77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43036" y="7670604"/>
            <a:ext cx="14868800" cy="19267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 descr="Uma imagem contendo computer, no interior, computador, cama&#10;&#10;Descrição gerada automaticamente">
            <a:extLst>
              <a:ext uri="{FF2B5EF4-FFF2-40B4-BE49-F238E27FC236}">
                <a16:creationId xmlns:a16="http://schemas.microsoft.com/office/drawing/2014/main" id="{BA900F18-B313-37FC-1522-0818EC37C7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0"/>
            <a:ext cx="24688800" cy="24688800"/>
          </a:xfrm>
          <a:prstGeom prst="rect">
            <a:avLst/>
          </a:prstGeom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A160C6BA-7F57-317A-D23D-71B9BAC82748}"/>
              </a:ext>
            </a:extLst>
          </p:cNvPr>
          <p:cNvGrpSpPr/>
          <p:nvPr/>
        </p:nvGrpSpPr>
        <p:grpSpPr>
          <a:xfrm>
            <a:off x="1400740" y="5601042"/>
            <a:ext cx="21419745" cy="13486715"/>
            <a:chOff x="2876566" y="6644120"/>
            <a:chExt cx="18294368" cy="11518854"/>
          </a:xfrm>
        </p:grpSpPr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4D671247-58BD-3ED4-13A5-FBF170E20897}"/>
                </a:ext>
              </a:extLst>
            </p:cNvPr>
            <p:cNvSpPr/>
            <p:nvPr/>
          </p:nvSpPr>
          <p:spPr>
            <a:xfrm>
              <a:off x="4966789" y="11460898"/>
              <a:ext cx="2839299" cy="3039015"/>
            </a:xfrm>
            <a:custGeom>
              <a:avLst/>
              <a:gdLst>
                <a:gd name="connsiteX0" fmla="*/ 1206670 w 1402123"/>
                <a:gd name="connsiteY0" fmla="*/ 1234930 h 1500748"/>
                <a:gd name="connsiteX1" fmla="*/ 1197883 w 1402123"/>
                <a:gd name="connsiteY1" fmla="*/ 1214999 h 1500748"/>
                <a:gd name="connsiteX2" fmla="*/ 643028 w 1402123"/>
                <a:gd name="connsiteY2" fmla="*/ 1214999 h 1500748"/>
                <a:gd name="connsiteX3" fmla="*/ 500153 w 1402123"/>
                <a:gd name="connsiteY3" fmla="*/ 1072124 h 1500748"/>
                <a:gd name="connsiteX4" fmla="*/ 500153 w 1402123"/>
                <a:gd name="connsiteY4" fmla="*/ 684647 h 1500748"/>
                <a:gd name="connsiteX5" fmla="*/ 684648 w 1402123"/>
                <a:gd name="connsiteY5" fmla="*/ 214402 h 1500748"/>
                <a:gd name="connsiteX6" fmla="*/ 214403 w 1402123"/>
                <a:gd name="connsiteY6" fmla="*/ 29908 h 1500748"/>
                <a:gd name="connsiteX7" fmla="*/ 29910 w 1402123"/>
                <a:gd name="connsiteY7" fmla="*/ 500152 h 1500748"/>
                <a:gd name="connsiteX8" fmla="*/ 214403 w 1402123"/>
                <a:gd name="connsiteY8" fmla="*/ 684647 h 1500748"/>
                <a:gd name="connsiteX9" fmla="*/ 214403 w 1402123"/>
                <a:gd name="connsiteY9" fmla="*/ 1072124 h 1500748"/>
                <a:gd name="connsiteX10" fmla="*/ 643028 w 1402123"/>
                <a:gd name="connsiteY10" fmla="*/ 1500749 h 1500748"/>
                <a:gd name="connsiteX11" fmla="*/ 1402123 w 1402123"/>
                <a:gd name="connsiteY11" fmla="*/ 1500749 h 1500748"/>
                <a:gd name="connsiteX12" fmla="*/ 1206670 w 1402123"/>
                <a:gd name="connsiteY12" fmla="*/ 1234930 h 1500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02123" h="1500748">
                  <a:moveTo>
                    <a:pt x="1206670" y="1234930"/>
                  </a:moveTo>
                  <a:cubicBezTo>
                    <a:pt x="1203455" y="1228286"/>
                    <a:pt x="1200884" y="1221571"/>
                    <a:pt x="1197883" y="1214999"/>
                  </a:cubicBezTo>
                  <a:lnTo>
                    <a:pt x="643028" y="1214999"/>
                  </a:lnTo>
                  <a:cubicBezTo>
                    <a:pt x="564121" y="1214999"/>
                    <a:pt x="500153" y="1151034"/>
                    <a:pt x="500153" y="1072124"/>
                  </a:cubicBezTo>
                  <a:lnTo>
                    <a:pt x="500153" y="684647"/>
                  </a:lnTo>
                  <a:cubicBezTo>
                    <a:pt x="680954" y="605737"/>
                    <a:pt x="763550" y="395204"/>
                    <a:pt x="684648" y="214402"/>
                  </a:cubicBezTo>
                  <a:cubicBezTo>
                    <a:pt x="605738" y="33601"/>
                    <a:pt x="395204" y="-48995"/>
                    <a:pt x="214403" y="29908"/>
                  </a:cubicBezTo>
                  <a:cubicBezTo>
                    <a:pt x="33603" y="108818"/>
                    <a:pt x="-48998" y="319351"/>
                    <a:pt x="29910" y="500152"/>
                  </a:cubicBezTo>
                  <a:cubicBezTo>
                    <a:pt x="65943" y="582713"/>
                    <a:pt x="131841" y="648614"/>
                    <a:pt x="214403" y="684647"/>
                  </a:cubicBezTo>
                  <a:lnTo>
                    <a:pt x="214403" y="1072124"/>
                  </a:lnTo>
                  <a:cubicBezTo>
                    <a:pt x="214679" y="1308732"/>
                    <a:pt x="406419" y="1500470"/>
                    <a:pt x="643028" y="1500749"/>
                  </a:cubicBezTo>
                  <a:lnTo>
                    <a:pt x="1402123" y="1500749"/>
                  </a:lnTo>
                  <a:cubicBezTo>
                    <a:pt x="1321006" y="1425068"/>
                    <a:pt x="1254726" y="1334921"/>
                    <a:pt x="1206670" y="1234930"/>
                  </a:cubicBezTo>
                  <a:close/>
                </a:path>
              </a:pathLst>
            </a:custGeom>
            <a:grpFill/>
            <a:ln w="71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38" name="Título 1">
              <a:extLst>
                <a:ext uri="{FF2B5EF4-FFF2-40B4-BE49-F238E27FC236}">
                  <a16:creationId xmlns:a16="http://schemas.microsoft.com/office/drawing/2014/main" id="{31D6ED35-9268-BEEF-3FE3-F92A9B4E292F}"/>
                </a:ext>
              </a:extLst>
            </p:cNvPr>
            <p:cNvSpPr txBox="1">
              <a:spLocks/>
            </p:cNvSpPr>
            <p:nvPr/>
          </p:nvSpPr>
          <p:spPr>
            <a:xfrm>
              <a:off x="2876566" y="11369060"/>
              <a:ext cx="4066828" cy="2325111"/>
            </a:xfrm>
            <a:prstGeom prst="rect">
              <a:avLst/>
            </a:prstGeom>
            <a:noFill/>
          </p:spPr>
          <p:txBody>
            <a:bodyPr spcFirstLastPara="1" vert="horz" wrap="square" lIns="51427" tIns="51427" rIns="51427" bIns="51427" rtlCol="0" anchor="t" anchorCtr="0">
              <a:normAutofit/>
            </a:bodyPr>
            <a:lstStyle>
              <a:defPPr>
                <a:defRPr lang="pt-BR"/>
              </a:defPPr>
              <a:lvl1pPr lvl="0" indent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 panose="020B0604020202020204" pitchFamily="34" charset="0"/>
                <a:buNone/>
                <a:defRPr sz="2100">
                  <a:gradFill flip="none" rotWithShape="1">
                    <a:gsLst>
                      <a:gs pos="0">
                        <a:srgbClr val="0078BC"/>
                      </a:gs>
                      <a:gs pos="88000">
                        <a:schemeClr val="bg1"/>
                      </a:gs>
                    </a:gsLst>
                    <a:lin ang="2700000" scaled="1"/>
                    <a:tileRect/>
                  </a:gradFill>
                  <a:latin typeface="Flama Condensed Bold" panose="02000000000000000000" pitchFamily="50" charset="0"/>
                  <a:ea typeface="Segoe UI Black" panose="020B0A02040204020203" pitchFamily="34" charset="0"/>
                  <a:cs typeface="Segoe UI" panose="020B0502040204020203" pitchFamily="34" charset="0"/>
                </a:defRPr>
              </a:lvl1pPr>
              <a:lvl2pPr marL="1219170" lvl="1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○"/>
                <a:defRPr sz="2400"/>
              </a:lvl2pPr>
              <a:lvl3pPr marL="1828754" lvl="2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■"/>
                <a:defRPr sz="2000"/>
              </a:lvl3pPr>
              <a:lvl4pPr marL="2438339" lvl="3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●"/>
              </a:lvl4pPr>
              <a:lvl5pPr marL="3047924" lvl="4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○"/>
              </a:lvl5pPr>
              <a:lvl6pPr marL="3657509" lvl="5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■"/>
              </a:lvl6pPr>
              <a:lvl7pPr marL="4267093" lvl="6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●"/>
              </a:lvl7pPr>
              <a:lvl8pPr marL="4876678" lvl="7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○"/>
              </a:lvl8pPr>
              <a:lvl9pPr marL="5486263" lvl="8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■"/>
              </a:lvl9pPr>
            </a:lstStyle>
            <a:p>
              <a:pPr algn="r">
                <a:lnSpc>
                  <a:spcPct val="120000"/>
                </a:lnSpc>
                <a:buClrTx/>
                <a:defRPr/>
              </a:pPr>
              <a:r>
                <a:rPr lang="pt-BR" sz="3600" b="1" dirty="0">
                  <a:solidFill>
                    <a:srgbClr val="FF0843"/>
                  </a:solidFill>
                  <a:latin typeface="Observatório Nacional Sans ExBd" pitchFamily="50" charset="0"/>
                  <a:ea typeface="Observatório Nacional Sans ExBd" pitchFamily="50" charset="0"/>
                  <a:cs typeface="Segoe UI"/>
                </a:rPr>
                <a:t>INFLUÊNCIA</a:t>
              </a:r>
            </a:p>
            <a:p>
              <a:pPr algn="r">
                <a:lnSpc>
                  <a:spcPct val="120000"/>
                </a:lnSpc>
                <a:buClrTx/>
                <a:defRPr/>
              </a:pPr>
              <a:r>
                <a:rPr lang="pt-BR" sz="2000" dirty="0">
                  <a:solidFill>
                    <a:schemeClr val="bg1"/>
                  </a:solidFill>
                  <a:latin typeface="Observatório Nacional Sans" pitchFamily="50" charset="0"/>
                  <a:ea typeface="Observatório Nacional Sans" pitchFamily="50" charset="0"/>
                  <a:cs typeface="Arial"/>
                </a:rPr>
                <a:t>Dados, conhecimento e inteligência como moeda para ampliar a visibilidade institucional</a:t>
              </a:r>
            </a:p>
          </p:txBody>
        </p:sp>
        <p:sp>
          <p:nvSpPr>
            <p:cNvPr id="48" name="Título 1">
              <a:extLst>
                <a:ext uri="{FF2B5EF4-FFF2-40B4-BE49-F238E27FC236}">
                  <a16:creationId xmlns:a16="http://schemas.microsoft.com/office/drawing/2014/main" id="{935C291B-2F83-F12F-5AAA-30B186259037}"/>
                </a:ext>
              </a:extLst>
            </p:cNvPr>
            <p:cNvSpPr txBox="1">
              <a:spLocks/>
            </p:cNvSpPr>
            <p:nvPr/>
          </p:nvSpPr>
          <p:spPr>
            <a:xfrm>
              <a:off x="10032079" y="6644120"/>
              <a:ext cx="4066828" cy="1545768"/>
            </a:xfrm>
            <a:prstGeom prst="rect">
              <a:avLst/>
            </a:prstGeom>
            <a:noFill/>
          </p:spPr>
          <p:txBody>
            <a:bodyPr spcFirstLastPara="1" vert="horz" wrap="square" lIns="51427" tIns="51427" rIns="51427" bIns="51427" rtlCol="0" anchor="t" anchorCtr="0">
              <a:normAutofit/>
            </a:bodyPr>
            <a:lstStyle>
              <a:defPPr>
                <a:defRPr lang="pt-BR"/>
              </a:defPPr>
              <a:lvl1pPr lvl="0" indent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 panose="020B0604020202020204" pitchFamily="34" charset="0"/>
                <a:buNone/>
                <a:defRPr sz="2100">
                  <a:gradFill flip="none" rotWithShape="1">
                    <a:gsLst>
                      <a:gs pos="0">
                        <a:srgbClr val="0078BC"/>
                      </a:gs>
                      <a:gs pos="88000">
                        <a:schemeClr val="bg1"/>
                      </a:gs>
                    </a:gsLst>
                    <a:lin ang="2700000" scaled="1"/>
                    <a:tileRect/>
                  </a:gradFill>
                  <a:latin typeface="Flama Condensed Bold" panose="02000000000000000000" pitchFamily="50" charset="0"/>
                  <a:ea typeface="Segoe UI Black" panose="020B0A02040204020203" pitchFamily="34" charset="0"/>
                  <a:cs typeface="Segoe UI" panose="020B0502040204020203" pitchFamily="34" charset="0"/>
                </a:defRPr>
              </a:lvl1pPr>
              <a:lvl2pPr marL="1219170" lvl="1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○"/>
                <a:defRPr sz="2400"/>
              </a:lvl2pPr>
              <a:lvl3pPr marL="1828754" lvl="2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■"/>
                <a:defRPr sz="2000"/>
              </a:lvl3pPr>
              <a:lvl4pPr marL="2438339" lvl="3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●"/>
              </a:lvl4pPr>
              <a:lvl5pPr marL="3047924" lvl="4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○"/>
              </a:lvl5pPr>
              <a:lvl6pPr marL="3657509" lvl="5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■"/>
              </a:lvl6pPr>
              <a:lvl7pPr marL="4267093" lvl="6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●"/>
              </a:lvl7pPr>
              <a:lvl8pPr marL="4876678" lvl="7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○"/>
              </a:lvl8pPr>
              <a:lvl9pPr marL="5486263" lvl="8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■"/>
              </a:lvl9pPr>
            </a:lstStyle>
            <a:p>
              <a:pPr algn="ctr">
                <a:lnSpc>
                  <a:spcPct val="120000"/>
                </a:lnSpc>
                <a:buClrTx/>
                <a:defRPr/>
              </a:pPr>
              <a:r>
                <a:rPr lang="pt-BR" sz="3600" b="1" dirty="0">
                  <a:solidFill>
                    <a:srgbClr val="FDAD23"/>
                  </a:solidFill>
                  <a:latin typeface="Observatório Nacional Sans ExBd" pitchFamily="50" charset="0"/>
                  <a:ea typeface="Observatório Nacional Sans ExBd" pitchFamily="50" charset="0"/>
                  <a:cs typeface="Segoe UI"/>
                </a:rPr>
                <a:t>FORTALECIMENTO</a:t>
              </a:r>
            </a:p>
            <a:p>
              <a:pPr algn="ctr">
                <a:lnSpc>
                  <a:spcPct val="120000"/>
                </a:lnSpc>
                <a:buClrTx/>
                <a:defRPr/>
              </a:pPr>
              <a:r>
                <a:rPr lang="pt-BR" sz="2000" dirty="0">
                  <a:solidFill>
                    <a:schemeClr val="bg1"/>
                  </a:solidFill>
                  <a:latin typeface="Observatório Nacional Sans" pitchFamily="50" charset="0"/>
                  <a:ea typeface="Observatório Nacional Sans" pitchFamily="50" charset="0"/>
                  <a:cs typeface="Arial"/>
                </a:rPr>
                <a:t>Direcionamento estratégico baseado em inteligência coletiva</a:t>
              </a:r>
            </a:p>
          </p:txBody>
        </p:sp>
        <p:sp>
          <p:nvSpPr>
            <p:cNvPr id="49" name="Título 1">
              <a:extLst>
                <a:ext uri="{FF2B5EF4-FFF2-40B4-BE49-F238E27FC236}">
                  <a16:creationId xmlns:a16="http://schemas.microsoft.com/office/drawing/2014/main" id="{0C25CC85-A6A0-DCCD-E90B-AD97EDAEAF61}"/>
                </a:ext>
              </a:extLst>
            </p:cNvPr>
            <p:cNvSpPr txBox="1">
              <a:spLocks/>
            </p:cNvSpPr>
            <p:nvPr/>
          </p:nvSpPr>
          <p:spPr>
            <a:xfrm>
              <a:off x="17104106" y="11389230"/>
              <a:ext cx="4066828" cy="1545768"/>
            </a:xfrm>
            <a:prstGeom prst="rect">
              <a:avLst/>
            </a:prstGeom>
            <a:noFill/>
          </p:spPr>
          <p:txBody>
            <a:bodyPr spcFirstLastPara="1" vert="horz" wrap="square" lIns="51427" tIns="51427" rIns="51427" bIns="51427" rtlCol="0" anchor="t" anchorCtr="0">
              <a:normAutofit/>
            </a:bodyPr>
            <a:lstStyle>
              <a:defPPr>
                <a:defRPr lang="pt-BR"/>
              </a:defPPr>
              <a:lvl1pPr lvl="0" indent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 panose="020B0604020202020204" pitchFamily="34" charset="0"/>
                <a:buNone/>
                <a:defRPr sz="2100">
                  <a:gradFill flip="none" rotWithShape="1">
                    <a:gsLst>
                      <a:gs pos="0">
                        <a:srgbClr val="0078BC"/>
                      </a:gs>
                      <a:gs pos="88000">
                        <a:schemeClr val="bg1"/>
                      </a:gs>
                    </a:gsLst>
                    <a:lin ang="2700000" scaled="1"/>
                    <a:tileRect/>
                  </a:gradFill>
                  <a:latin typeface="Flama Condensed Bold" panose="02000000000000000000" pitchFamily="50" charset="0"/>
                  <a:ea typeface="Segoe UI Black" panose="020B0A02040204020203" pitchFamily="34" charset="0"/>
                  <a:cs typeface="Segoe UI" panose="020B0502040204020203" pitchFamily="34" charset="0"/>
                </a:defRPr>
              </a:lvl1pPr>
              <a:lvl2pPr marL="1219170" lvl="1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○"/>
                <a:defRPr sz="2400"/>
              </a:lvl2pPr>
              <a:lvl3pPr marL="1828754" lvl="2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■"/>
                <a:defRPr sz="2000"/>
              </a:lvl3pPr>
              <a:lvl4pPr marL="2438339" lvl="3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●"/>
              </a:lvl4pPr>
              <a:lvl5pPr marL="3047924" lvl="4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○"/>
              </a:lvl5pPr>
              <a:lvl6pPr marL="3657509" lvl="5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■"/>
              </a:lvl6pPr>
              <a:lvl7pPr marL="4267093" lvl="6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●"/>
              </a:lvl7pPr>
              <a:lvl8pPr marL="4876678" lvl="7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○"/>
              </a:lvl8pPr>
              <a:lvl9pPr marL="5486263" lvl="8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■"/>
              </a:lvl9pPr>
            </a:lstStyle>
            <a:p>
              <a:pPr>
                <a:lnSpc>
                  <a:spcPct val="120000"/>
                </a:lnSpc>
                <a:buClrTx/>
                <a:defRPr/>
              </a:pPr>
              <a:r>
                <a:rPr lang="pt-BR" sz="3600" b="1">
                  <a:solidFill>
                    <a:srgbClr val="ED18E2"/>
                  </a:solidFill>
                  <a:latin typeface="Observatório Nacional Sans ExBd" pitchFamily="50" charset="0"/>
                  <a:ea typeface="Observatório Nacional Sans ExBd" pitchFamily="50" charset="0"/>
                  <a:cs typeface="Segoe UI"/>
                </a:rPr>
                <a:t>CONVERGÊNCIA</a:t>
              </a:r>
            </a:p>
            <a:p>
              <a:pPr>
                <a:lnSpc>
                  <a:spcPct val="120000"/>
                </a:lnSpc>
                <a:buClrTx/>
                <a:defRPr/>
              </a:pPr>
              <a:r>
                <a:rPr lang="pt-BR" sz="2000">
                  <a:solidFill>
                    <a:schemeClr val="bg1"/>
                  </a:solidFill>
                  <a:latin typeface="Observatório Nacional Sans" pitchFamily="50" charset="0"/>
                  <a:ea typeface="Observatório Nacional Sans" pitchFamily="50" charset="0"/>
                  <a:cs typeface="Arial"/>
                </a:rPr>
                <a:t>Maior acesso às inteligências e compartilhamento entre regionais</a:t>
              </a:r>
            </a:p>
          </p:txBody>
        </p:sp>
        <p:sp>
          <p:nvSpPr>
            <p:cNvPr id="50" name="Título 1">
              <a:extLst>
                <a:ext uri="{FF2B5EF4-FFF2-40B4-BE49-F238E27FC236}">
                  <a16:creationId xmlns:a16="http://schemas.microsoft.com/office/drawing/2014/main" id="{B2EA9646-8157-4846-EA78-A1777A9CB1FE}"/>
                </a:ext>
              </a:extLst>
            </p:cNvPr>
            <p:cNvSpPr txBox="1">
              <a:spLocks/>
            </p:cNvSpPr>
            <p:nvPr/>
          </p:nvSpPr>
          <p:spPr>
            <a:xfrm>
              <a:off x="15919029" y="16609368"/>
              <a:ext cx="4066828" cy="1545768"/>
            </a:xfrm>
            <a:prstGeom prst="rect">
              <a:avLst/>
            </a:prstGeom>
            <a:noFill/>
          </p:spPr>
          <p:txBody>
            <a:bodyPr spcFirstLastPara="1" vert="horz" wrap="square" lIns="51427" tIns="51427" rIns="51427" bIns="51427" rtlCol="0" anchor="t" anchorCtr="0">
              <a:normAutofit/>
            </a:bodyPr>
            <a:lstStyle>
              <a:defPPr>
                <a:defRPr lang="pt-BR"/>
              </a:defPPr>
              <a:lvl1pPr lvl="0" indent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 panose="020B0604020202020204" pitchFamily="34" charset="0"/>
                <a:buNone/>
                <a:defRPr sz="2100">
                  <a:gradFill flip="none" rotWithShape="1">
                    <a:gsLst>
                      <a:gs pos="0">
                        <a:srgbClr val="0078BC"/>
                      </a:gs>
                      <a:gs pos="88000">
                        <a:schemeClr val="bg1"/>
                      </a:gs>
                    </a:gsLst>
                    <a:lin ang="2700000" scaled="1"/>
                    <a:tileRect/>
                  </a:gradFill>
                  <a:latin typeface="Flama Condensed Bold" panose="02000000000000000000" pitchFamily="50" charset="0"/>
                  <a:ea typeface="Segoe UI Black" panose="020B0A02040204020203" pitchFamily="34" charset="0"/>
                  <a:cs typeface="Segoe UI" panose="020B0502040204020203" pitchFamily="34" charset="0"/>
                </a:defRPr>
              </a:lvl1pPr>
              <a:lvl2pPr marL="1219170" lvl="1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○"/>
                <a:defRPr sz="2400"/>
              </a:lvl2pPr>
              <a:lvl3pPr marL="1828754" lvl="2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■"/>
                <a:defRPr sz="2000"/>
              </a:lvl3pPr>
              <a:lvl4pPr marL="2438339" lvl="3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●"/>
              </a:lvl4pPr>
              <a:lvl5pPr marL="3047924" lvl="4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○"/>
              </a:lvl5pPr>
              <a:lvl6pPr marL="3657509" lvl="5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■"/>
              </a:lvl6pPr>
              <a:lvl7pPr marL="4267093" lvl="6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●"/>
              </a:lvl7pPr>
              <a:lvl8pPr marL="4876678" lvl="7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○"/>
              </a:lvl8pPr>
              <a:lvl9pPr marL="5486263" lvl="8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■"/>
              </a:lvl9pPr>
            </a:lstStyle>
            <a:p>
              <a:pPr>
                <a:lnSpc>
                  <a:spcPct val="120000"/>
                </a:lnSpc>
                <a:buClrTx/>
                <a:defRPr/>
              </a:pPr>
              <a:r>
                <a:rPr lang="pt-BR" sz="3600" b="1">
                  <a:solidFill>
                    <a:srgbClr val="01FFFF"/>
                  </a:solidFill>
                  <a:latin typeface="Observatório Nacional Sans ExBd" pitchFamily="50" charset="0"/>
                  <a:ea typeface="Observatório Nacional Sans ExBd" pitchFamily="50" charset="0"/>
                  <a:cs typeface="Segoe UI"/>
                </a:rPr>
                <a:t>TECNOLOGIA</a:t>
              </a:r>
            </a:p>
            <a:p>
              <a:pPr>
                <a:lnSpc>
                  <a:spcPct val="120000"/>
                </a:lnSpc>
                <a:buClrTx/>
                <a:defRPr/>
              </a:pPr>
              <a:r>
                <a:rPr lang="pt-BR" sz="2000">
                  <a:solidFill>
                    <a:schemeClr val="bg1"/>
                  </a:solidFill>
                  <a:latin typeface="Observatório Nacional Sans" pitchFamily="50" charset="0"/>
                  <a:ea typeface="Observatório Nacional Sans" pitchFamily="50" charset="0"/>
                  <a:cs typeface="Arial"/>
                </a:rPr>
                <a:t>Compartilhamento e otimização entre os departamentos regionais</a:t>
              </a:r>
            </a:p>
          </p:txBody>
        </p:sp>
        <p:sp>
          <p:nvSpPr>
            <p:cNvPr id="51" name="Título 1">
              <a:extLst>
                <a:ext uri="{FF2B5EF4-FFF2-40B4-BE49-F238E27FC236}">
                  <a16:creationId xmlns:a16="http://schemas.microsoft.com/office/drawing/2014/main" id="{BC54AC7A-8826-D812-E581-A20668994492}"/>
                </a:ext>
              </a:extLst>
            </p:cNvPr>
            <p:cNvSpPr txBox="1">
              <a:spLocks/>
            </p:cNvSpPr>
            <p:nvPr/>
          </p:nvSpPr>
          <p:spPr>
            <a:xfrm>
              <a:off x="4183703" y="16617206"/>
              <a:ext cx="4066828" cy="1545768"/>
            </a:xfrm>
            <a:prstGeom prst="rect">
              <a:avLst/>
            </a:prstGeom>
            <a:noFill/>
          </p:spPr>
          <p:txBody>
            <a:bodyPr spcFirstLastPara="1" vert="horz" wrap="square" lIns="51427" tIns="51427" rIns="51427" bIns="51427" rtlCol="0" anchor="t" anchorCtr="0">
              <a:normAutofit/>
            </a:bodyPr>
            <a:lstStyle>
              <a:defPPr>
                <a:defRPr lang="pt-BR"/>
              </a:defPPr>
              <a:lvl1pPr lvl="0" indent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 panose="020B0604020202020204" pitchFamily="34" charset="0"/>
                <a:buNone/>
                <a:defRPr sz="2100">
                  <a:gradFill flip="none" rotWithShape="1">
                    <a:gsLst>
                      <a:gs pos="0">
                        <a:srgbClr val="0078BC"/>
                      </a:gs>
                      <a:gs pos="88000">
                        <a:schemeClr val="bg1"/>
                      </a:gs>
                    </a:gsLst>
                    <a:lin ang="2700000" scaled="1"/>
                    <a:tileRect/>
                  </a:gradFill>
                  <a:latin typeface="Flama Condensed Bold" panose="02000000000000000000" pitchFamily="50" charset="0"/>
                  <a:ea typeface="Segoe UI Black" panose="020B0A02040204020203" pitchFamily="34" charset="0"/>
                  <a:cs typeface="Segoe UI" panose="020B0502040204020203" pitchFamily="34" charset="0"/>
                </a:defRPr>
              </a:lvl1pPr>
              <a:lvl2pPr marL="1219170" lvl="1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○"/>
                <a:defRPr sz="2400"/>
              </a:lvl2pPr>
              <a:lvl3pPr marL="1828754" lvl="2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■"/>
                <a:defRPr sz="2000"/>
              </a:lvl3pPr>
              <a:lvl4pPr marL="2438339" lvl="3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●"/>
              </a:lvl4pPr>
              <a:lvl5pPr marL="3047924" lvl="4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○"/>
              </a:lvl5pPr>
              <a:lvl6pPr marL="3657509" lvl="5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■"/>
              </a:lvl6pPr>
              <a:lvl7pPr marL="4267093" lvl="6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●"/>
              </a:lvl7pPr>
              <a:lvl8pPr marL="4876678" lvl="7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○"/>
              </a:lvl8pPr>
              <a:lvl9pPr marL="5486263" lvl="8" indent="-423323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Char char="■"/>
              </a:lvl9pPr>
            </a:lstStyle>
            <a:p>
              <a:pPr algn="r">
                <a:lnSpc>
                  <a:spcPct val="120000"/>
                </a:lnSpc>
                <a:buClrTx/>
                <a:defRPr/>
              </a:pPr>
              <a:r>
                <a:rPr lang="pt-BR" sz="3600" b="1">
                  <a:solidFill>
                    <a:srgbClr val="893395"/>
                  </a:solidFill>
                  <a:latin typeface="Observatório Nacional Sans ExBd" pitchFamily="50" charset="0"/>
                  <a:ea typeface="Observatório Nacional Sans ExBd" pitchFamily="50" charset="0"/>
                  <a:cs typeface="Segoe UI"/>
                </a:rPr>
                <a:t>OTIMIZAÇÃO</a:t>
              </a:r>
            </a:p>
            <a:p>
              <a:pPr algn="r">
                <a:lnSpc>
                  <a:spcPct val="120000"/>
                </a:lnSpc>
                <a:buClrTx/>
                <a:defRPr/>
              </a:pPr>
              <a:r>
                <a:rPr lang="pt-BR" sz="2000">
                  <a:solidFill>
                    <a:schemeClr val="bg1"/>
                  </a:solidFill>
                  <a:latin typeface="Observatório Nacional Sans" pitchFamily="50" charset="0"/>
                  <a:ea typeface="Observatório Nacional Sans" pitchFamily="50" charset="0"/>
                  <a:cs typeface="Arial"/>
                </a:rPr>
                <a:t>Aplicação dos recursos focados na geração de inteligência</a:t>
              </a:r>
            </a:p>
          </p:txBody>
        </p:sp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5975C6F7-BF8B-8209-58AF-E6973F11FBDE}"/>
                </a:ext>
              </a:extLst>
            </p:cNvPr>
            <p:cNvGrpSpPr/>
            <p:nvPr/>
          </p:nvGrpSpPr>
          <p:grpSpPr>
            <a:xfrm>
              <a:off x="7136704" y="8320635"/>
              <a:ext cx="9584098" cy="9796936"/>
              <a:chOff x="3524298" y="1441955"/>
              <a:chExt cx="4732888" cy="4837993"/>
            </a:xfrm>
          </p:grpSpPr>
          <p:pic>
            <p:nvPicPr>
              <p:cNvPr id="11" name="Gráfico 10">
                <a:extLst>
                  <a:ext uri="{FF2B5EF4-FFF2-40B4-BE49-F238E27FC236}">
                    <a16:creationId xmlns:a16="http://schemas.microsoft.com/office/drawing/2014/main" id="{BE43B6FF-41E5-CD4A-4FB8-93C9F8724F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664511" y="1441955"/>
                <a:ext cx="4592675" cy="4435996"/>
              </a:xfrm>
              <a:prstGeom prst="rect">
                <a:avLst/>
              </a:prstGeom>
            </p:spPr>
          </p:pic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2A284571-9E04-886A-7086-EF01B6F48347}"/>
                  </a:ext>
                </a:extLst>
              </p:cNvPr>
              <p:cNvSpPr/>
              <p:nvPr/>
            </p:nvSpPr>
            <p:spPr>
              <a:xfrm>
                <a:off x="3524298" y="4740483"/>
                <a:ext cx="1500277" cy="1539465"/>
              </a:xfrm>
              <a:custGeom>
                <a:avLst/>
                <a:gdLst>
                  <a:gd name="connsiteX0" fmla="*/ 1214527 w 1500277"/>
                  <a:gd name="connsiteY0" fmla="*/ 0 h 1539465"/>
                  <a:gd name="connsiteX1" fmla="*/ 1214527 w 1500277"/>
                  <a:gd name="connsiteY1" fmla="*/ 181594 h 1539465"/>
                  <a:gd name="connsiteX2" fmla="*/ 1071652 w 1500277"/>
                  <a:gd name="connsiteY2" fmla="*/ 324469 h 1539465"/>
                  <a:gd name="connsiteX3" fmla="*/ 643027 w 1500277"/>
                  <a:gd name="connsiteY3" fmla="*/ 324469 h 1539465"/>
                  <a:gd name="connsiteX4" fmla="*/ 214402 w 1500277"/>
                  <a:gd name="connsiteY4" fmla="*/ 753094 h 1539465"/>
                  <a:gd name="connsiteX5" fmla="*/ 214402 w 1500277"/>
                  <a:gd name="connsiteY5" fmla="*/ 854821 h 1539465"/>
                  <a:gd name="connsiteX6" fmla="*/ 29908 w 1500277"/>
                  <a:gd name="connsiteY6" fmla="*/ 1325066 h 1539465"/>
                  <a:gd name="connsiteX7" fmla="*/ 500152 w 1500277"/>
                  <a:gd name="connsiteY7" fmla="*/ 1509553 h 1539465"/>
                  <a:gd name="connsiteX8" fmla="*/ 684647 w 1500277"/>
                  <a:gd name="connsiteY8" fmla="*/ 1039316 h 1539465"/>
                  <a:gd name="connsiteX9" fmla="*/ 500152 w 1500277"/>
                  <a:gd name="connsiteY9" fmla="*/ 854821 h 1539465"/>
                  <a:gd name="connsiteX10" fmla="*/ 500152 w 1500277"/>
                  <a:gd name="connsiteY10" fmla="*/ 753094 h 1539465"/>
                  <a:gd name="connsiteX11" fmla="*/ 643027 w 1500277"/>
                  <a:gd name="connsiteY11" fmla="*/ 610219 h 1539465"/>
                  <a:gd name="connsiteX12" fmla="*/ 1071652 w 1500277"/>
                  <a:gd name="connsiteY12" fmla="*/ 610219 h 1539465"/>
                  <a:gd name="connsiteX13" fmla="*/ 1500277 w 1500277"/>
                  <a:gd name="connsiteY13" fmla="*/ 181594 h 1539465"/>
                  <a:gd name="connsiteX14" fmla="*/ 1500277 w 1500277"/>
                  <a:gd name="connsiteY14" fmla="*/ 0 h 1539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00277" h="1539465">
                    <a:moveTo>
                      <a:pt x="1214527" y="0"/>
                    </a:moveTo>
                    <a:lnTo>
                      <a:pt x="1214527" y="181594"/>
                    </a:lnTo>
                    <a:cubicBezTo>
                      <a:pt x="1214527" y="260504"/>
                      <a:pt x="1150562" y="324469"/>
                      <a:pt x="1071652" y="324469"/>
                    </a:cubicBezTo>
                    <a:lnTo>
                      <a:pt x="643027" y="324469"/>
                    </a:lnTo>
                    <a:cubicBezTo>
                      <a:pt x="406405" y="324705"/>
                      <a:pt x="214638" y="516472"/>
                      <a:pt x="214402" y="753094"/>
                    </a:cubicBezTo>
                    <a:lnTo>
                      <a:pt x="214402" y="854821"/>
                    </a:lnTo>
                    <a:cubicBezTo>
                      <a:pt x="33601" y="933731"/>
                      <a:pt x="-48995" y="1144265"/>
                      <a:pt x="29908" y="1325066"/>
                    </a:cubicBezTo>
                    <a:cubicBezTo>
                      <a:pt x="108818" y="1505867"/>
                      <a:pt x="319351" y="1588463"/>
                      <a:pt x="500152" y="1509553"/>
                    </a:cubicBezTo>
                    <a:cubicBezTo>
                      <a:pt x="680953" y="1430651"/>
                      <a:pt x="763550" y="1220117"/>
                      <a:pt x="684647" y="1039316"/>
                    </a:cubicBezTo>
                    <a:cubicBezTo>
                      <a:pt x="648614" y="956748"/>
                      <a:pt x="582713" y="890855"/>
                      <a:pt x="500152" y="854821"/>
                    </a:cubicBezTo>
                    <a:lnTo>
                      <a:pt x="500152" y="753094"/>
                    </a:lnTo>
                    <a:cubicBezTo>
                      <a:pt x="500152" y="674184"/>
                      <a:pt x="564117" y="610219"/>
                      <a:pt x="643027" y="610219"/>
                    </a:cubicBezTo>
                    <a:lnTo>
                      <a:pt x="1071652" y="610219"/>
                    </a:lnTo>
                    <a:cubicBezTo>
                      <a:pt x="1308261" y="609941"/>
                      <a:pt x="1499999" y="418203"/>
                      <a:pt x="1500277" y="181594"/>
                    </a:cubicBezTo>
                    <a:lnTo>
                      <a:pt x="1500277" y="0"/>
                    </a:lnTo>
                    <a:close/>
                  </a:path>
                </a:pathLst>
              </a:custGeom>
              <a:grpFill/>
              <a:ln w="7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3200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7372266B-F1B8-79F8-7352-7C89365A4552}"/>
                  </a:ext>
                </a:extLst>
              </p:cNvPr>
              <p:cNvSpPr/>
              <p:nvPr/>
            </p:nvSpPr>
            <p:spPr>
              <a:xfrm>
                <a:off x="3803420" y="3659953"/>
                <a:ext cx="3880848" cy="435600"/>
              </a:xfrm>
              <a:custGeom>
                <a:avLst/>
                <a:gdLst>
                  <a:gd name="connsiteX0" fmla="*/ 32345 w 3880848"/>
                  <a:gd name="connsiteY0" fmla="*/ 0 h 435600"/>
                  <a:gd name="connsiteX1" fmla="*/ 3770346 w 3880848"/>
                  <a:gd name="connsiteY1" fmla="*/ 0 h 435600"/>
                  <a:gd name="connsiteX2" fmla="*/ 3791192 w 3880848"/>
                  <a:gd name="connsiteY2" fmla="*/ 25862 h 435600"/>
                  <a:gd name="connsiteX3" fmla="*/ 3880812 w 3880848"/>
                  <a:gd name="connsiteY3" fmla="*/ 331744 h 435600"/>
                  <a:gd name="connsiteX4" fmla="*/ 3869139 w 3880848"/>
                  <a:gd name="connsiteY4" fmla="*/ 435600 h 435600"/>
                  <a:gd name="connsiteX5" fmla="*/ 52406 w 3880848"/>
                  <a:gd name="connsiteY5" fmla="*/ 435600 h 435600"/>
                  <a:gd name="connsiteX6" fmla="*/ 9741 w 3880848"/>
                  <a:gd name="connsiteY6" fmla="*/ 301908 h 435600"/>
                  <a:gd name="connsiteX7" fmla="*/ 3488 w 3880848"/>
                  <a:gd name="connsiteY7" fmla="*/ 119167 h 43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80848" h="435600">
                    <a:moveTo>
                      <a:pt x="32345" y="0"/>
                    </a:moveTo>
                    <a:lnTo>
                      <a:pt x="3770346" y="0"/>
                    </a:lnTo>
                    <a:lnTo>
                      <a:pt x="3791192" y="25862"/>
                    </a:lnTo>
                    <a:cubicBezTo>
                      <a:pt x="3848979" y="113547"/>
                      <a:pt x="3882103" y="218833"/>
                      <a:pt x="3880812" y="331744"/>
                    </a:cubicBezTo>
                    <a:lnTo>
                      <a:pt x="3869139" y="435600"/>
                    </a:lnTo>
                    <a:lnTo>
                      <a:pt x="52406" y="435600"/>
                    </a:lnTo>
                    <a:lnTo>
                      <a:pt x="9741" y="301908"/>
                    </a:lnTo>
                    <a:cubicBezTo>
                      <a:pt x="-676" y="241312"/>
                      <a:pt x="-2701" y="179820"/>
                      <a:pt x="3488" y="119167"/>
                    </a:cubicBezTo>
                    <a:close/>
                  </a:path>
                </a:pathLst>
              </a:custGeom>
              <a:grpFill/>
              <a:ln w="7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32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6" name="Agrupar 65">
                <a:extLst>
                  <a:ext uri="{FF2B5EF4-FFF2-40B4-BE49-F238E27FC236}">
                    <a16:creationId xmlns:a16="http://schemas.microsoft.com/office/drawing/2014/main" id="{1D433BCF-E13A-8BAB-3B76-8D173F2DFA1E}"/>
                  </a:ext>
                </a:extLst>
              </p:cNvPr>
              <p:cNvGrpSpPr/>
              <p:nvPr/>
            </p:nvGrpSpPr>
            <p:grpSpPr>
              <a:xfrm>
                <a:off x="5050738" y="3083829"/>
                <a:ext cx="1834110" cy="1168719"/>
                <a:chOff x="4311236" y="134785"/>
                <a:chExt cx="2588009" cy="1649113"/>
              </a:xfrm>
            </p:grpSpPr>
            <p:sp>
              <p:nvSpPr>
                <p:cNvPr id="67" name="CaixaDeTexto 66">
                  <a:extLst>
                    <a:ext uri="{FF2B5EF4-FFF2-40B4-BE49-F238E27FC236}">
                      <a16:creationId xmlns:a16="http://schemas.microsoft.com/office/drawing/2014/main" id="{CF6EE515-A472-D829-C1BE-2B252C3ED102}"/>
                    </a:ext>
                  </a:extLst>
                </p:cNvPr>
                <p:cNvSpPr txBox="1"/>
                <p:nvPr/>
              </p:nvSpPr>
              <p:spPr>
                <a:xfrm>
                  <a:off x="4359875" y="134785"/>
                  <a:ext cx="2490732" cy="8608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4400" b="1" dirty="0">
                      <a:solidFill>
                        <a:schemeClr val="bg1"/>
                      </a:solidFill>
                      <a:latin typeface="Observatório Nacional Sans" pitchFamily="50" charset="0"/>
                      <a:ea typeface="Observatório Nacional Sans" pitchFamily="50" charset="0"/>
                    </a:rPr>
                    <a:t>INDÚSTRIA</a:t>
                  </a:r>
                  <a:r>
                    <a:rPr lang="pt-BR" sz="4400" dirty="0">
                      <a:latin typeface="Observatório Nacional Sans" pitchFamily="50" charset="0"/>
                      <a:ea typeface="Observatório Nacional Sans" pitchFamily="50" charset="0"/>
                    </a:rPr>
                    <a:t> </a:t>
                  </a:r>
                  <a:r>
                    <a:rPr lang="pt-BR" sz="4400" b="1" dirty="0">
                      <a:solidFill>
                        <a:srgbClr val="DCFF3A"/>
                      </a:solidFill>
                      <a:latin typeface="Observatório Nacional Sans" pitchFamily="50" charset="0"/>
                      <a:ea typeface="Observatório Nacional Sans" pitchFamily="50" charset="0"/>
                    </a:rPr>
                    <a:t>DO FUTURO</a:t>
                  </a:r>
                </a:p>
              </p:txBody>
            </p:sp>
            <p:sp>
              <p:nvSpPr>
                <p:cNvPr id="68" name="CaixaDeTexto 67">
                  <a:extLst>
                    <a:ext uri="{FF2B5EF4-FFF2-40B4-BE49-F238E27FC236}">
                      <a16:creationId xmlns:a16="http://schemas.microsoft.com/office/drawing/2014/main" id="{14123932-85C1-2A64-5FB3-2B46EE5E9673}"/>
                    </a:ext>
                  </a:extLst>
                </p:cNvPr>
                <p:cNvSpPr txBox="1"/>
                <p:nvPr/>
              </p:nvSpPr>
              <p:spPr>
                <a:xfrm>
                  <a:off x="4359875" y="1234388"/>
                  <a:ext cx="2490732" cy="5495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pt-BR" sz="1800" dirty="0">
                      <a:solidFill>
                        <a:srgbClr val="FFFFFF"/>
                      </a:solidFill>
                      <a:latin typeface="Observatório Nacional Sans" pitchFamily="50" charset="0"/>
                    </a:rPr>
                    <a:t>Todo o </a:t>
                  </a:r>
                  <a:r>
                    <a:rPr lang="pt-BR" sz="1800" b="1" dirty="0">
                      <a:solidFill>
                        <a:srgbClr val="FFFFFF"/>
                      </a:solidFill>
                      <a:latin typeface="Observatório Nacional Sans" pitchFamily="50" charset="0"/>
                    </a:rPr>
                    <a:t>sistema se beneficia </a:t>
                  </a:r>
                  <a:r>
                    <a:rPr lang="pt-BR" sz="1800" dirty="0">
                      <a:solidFill>
                        <a:srgbClr val="FFFFFF"/>
                      </a:solidFill>
                      <a:latin typeface="Observatório Nacional Sans" pitchFamily="50" charset="0"/>
                    </a:rPr>
                    <a:t>com uma atuação baseada em inteligência e prospectiva</a:t>
                  </a:r>
                  <a:endParaRPr lang="pt-BR" sz="1800" dirty="0"/>
                </a:p>
              </p:txBody>
            </p:sp>
            <p:cxnSp>
              <p:nvCxnSpPr>
                <p:cNvPr id="69" name="Conector reto 68">
                  <a:extLst>
                    <a:ext uri="{FF2B5EF4-FFF2-40B4-BE49-F238E27FC236}">
                      <a16:creationId xmlns:a16="http://schemas.microsoft.com/office/drawing/2014/main" id="{B26ADD5F-7E42-37C0-36C7-66773B1973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11236" y="1153819"/>
                  <a:ext cx="2588009" cy="0"/>
                </a:xfrm>
                <a:prstGeom prst="line">
                  <a:avLst/>
                </a:prstGeom>
                <a:ln>
                  <a:solidFill>
                    <a:srgbClr val="DCFF3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5" name="Gráfico 4">
                <a:extLst>
                  <a:ext uri="{FF2B5EF4-FFF2-40B4-BE49-F238E27FC236}">
                    <a16:creationId xmlns:a16="http://schemas.microsoft.com/office/drawing/2014/main" id="{6481CF85-51A6-CD72-D500-2819F922B2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376879" y="2987956"/>
                <a:ext cx="486000" cy="540000"/>
              </a:xfrm>
              <a:prstGeom prst="rect">
                <a:avLst/>
              </a:prstGeom>
            </p:spPr>
          </p:pic>
          <p:pic>
            <p:nvPicPr>
              <p:cNvPr id="6" name="Gráfico 5">
                <a:extLst>
                  <a:ext uri="{FF2B5EF4-FFF2-40B4-BE49-F238E27FC236}">
                    <a16:creationId xmlns:a16="http://schemas.microsoft.com/office/drawing/2014/main" id="{9870BF9B-4535-9254-1E5B-234DDE0CB1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011187" y="3046515"/>
                <a:ext cx="540000" cy="492633"/>
              </a:xfrm>
              <a:prstGeom prst="rect">
                <a:avLst/>
              </a:prstGeom>
            </p:spPr>
          </p:pic>
          <p:pic>
            <p:nvPicPr>
              <p:cNvPr id="7" name="Gráfico 6">
                <a:extLst>
                  <a:ext uri="{FF2B5EF4-FFF2-40B4-BE49-F238E27FC236}">
                    <a16:creationId xmlns:a16="http://schemas.microsoft.com/office/drawing/2014/main" id="{267FF2F5-06E2-E890-DF27-C363D58EFA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688268" y="173241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8" name="Gráfico 7">
                <a:extLst>
                  <a:ext uri="{FF2B5EF4-FFF2-40B4-BE49-F238E27FC236}">
                    <a16:creationId xmlns:a16="http://schemas.microsoft.com/office/drawing/2014/main" id="{5E09C2F3-93C8-DABA-5B8F-4D6F559CC0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672302" y="4995157"/>
                <a:ext cx="472500" cy="540000"/>
              </a:xfrm>
              <a:prstGeom prst="rect">
                <a:avLst/>
              </a:prstGeom>
            </p:spPr>
          </p:pic>
          <p:pic>
            <p:nvPicPr>
              <p:cNvPr id="9" name="Gráfico 8">
                <a:extLst>
                  <a:ext uri="{FF2B5EF4-FFF2-40B4-BE49-F238E27FC236}">
                    <a16:creationId xmlns:a16="http://schemas.microsoft.com/office/drawing/2014/main" id="{F974EC9D-206A-2F67-3A9B-799495853F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6733225" y="4970215"/>
                <a:ext cx="540000" cy="540000"/>
              </a:xfrm>
              <a:prstGeom prst="rect">
                <a:avLst/>
              </a:prstGeom>
            </p:spPr>
          </p:pic>
        </p:grpSp>
      </p:grpSp>
      <p:sp>
        <p:nvSpPr>
          <p:cNvPr id="17" name="Google Shape;64;p14">
            <a:extLst>
              <a:ext uri="{FF2B5EF4-FFF2-40B4-BE49-F238E27FC236}">
                <a16:creationId xmlns:a16="http://schemas.microsoft.com/office/drawing/2014/main" id="{22E63E4A-4E2A-5CD1-6CDE-9E6D415A64AF}"/>
              </a:ext>
            </a:extLst>
          </p:cNvPr>
          <p:cNvSpPr txBox="1"/>
          <p:nvPr/>
        </p:nvSpPr>
        <p:spPr>
          <a:xfrm>
            <a:off x="1994175" y="3110600"/>
            <a:ext cx="12611700" cy="1223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6450" b="1">
                <a:solidFill>
                  <a:srgbClr val="FDAD23"/>
                </a:solidFill>
                <a:latin typeface="Observatório Nacional Sans"/>
                <a:ea typeface="Observatório Nacional Sans"/>
                <a:sym typeface="Montserrat"/>
              </a:rPr>
              <a:t>IMPACTO SISTÊMICO</a:t>
            </a:r>
            <a:endParaRPr lang="pt-BR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>
              <a:latin typeface="Observatório Nacional Sans" pitchFamily="2" charset="77"/>
              <a:ea typeface="Observatório Nacional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05338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/>
        </p:nvSpPr>
        <p:spPr>
          <a:xfrm>
            <a:off x="1994174" y="3110600"/>
            <a:ext cx="14465025" cy="184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50" b="1">
                <a:solidFill>
                  <a:srgbClr val="FDAD23"/>
                </a:solidFill>
                <a:latin typeface="Observatório Nacional Sans" pitchFamily="2" charset="77"/>
                <a:ea typeface="Observatório Nacional Sans" pitchFamily="2" charset="77"/>
                <a:cs typeface="Montserrat"/>
                <a:sym typeface="Montserrat"/>
              </a:rPr>
              <a:t>O OBSERVATÓRIO | </a:t>
            </a:r>
            <a:r>
              <a:rPr lang="pt-BR" sz="6450" b="1">
                <a:solidFill>
                  <a:srgbClr val="01FFFF"/>
                </a:solidFill>
                <a:latin typeface="Observatório Nacional Sans" pitchFamily="2" charset="77"/>
                <a:ea typeface="Observatório Nacional Sans" pitchFamily="2" charset="77"/>
                <a:cs typeface="Montserrat"/>
                <a:sym typeface="Montserrat"/>
              </a:rPr>
              <a:t>A REDE</a:t>
            </a:r>
            <a:endParaRPr sz="6450" b="1">
              <a:solidFill>
                <a:srgbClr val="01FFFF"/>
              </a:solidFill>
              <a:latin typeface="Observatório Nacional Sans" pitchFamily="2" charset="77"/>
              <a:ea typeface="Observatório Nacional Sans" pitchFamily="2" charset="77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50">
                <a:solidFill>
                  <a:srgbClr val="EEEEEE"/>
                </a:solidFill>
                <a:latin typeface="Observatório Nacional Sans" pitchFamily="2" charset="77"/>
                <a:ea typeface="Observatório Nacional Sans" pitchFamily="2" charset="77"/>
                <a:sym typeface="Montserrat"/>
              </a:rPr>
              <a:t>Temas </a:t>
            </a:r>
            <a:r>
              <a:rPr lang="pt-BR" sz="3750" err="1">
                <a:solidFill>
                  <a:srgbClr val="EEEEEE"/>
                </a:solidFill>
                <a:latin typeface="Observatório Nacional Sans" pitchFamily="2" charset="77"/>
                <a:ea typeface="Observatório Nacional Sans" pitchFamily="2" charset="77"/>
                <a:sym typeface="Montserrat"/>
              </a:rPr>
              <a:t>Colaborativos</a:t>
            </a:r>
            <a:r>
              <a:rPr lang="pt-BR" sz="300" err="1"/>
              <a:t>t</a:t>
            </a:r>
            <a:endParaRPr sz="30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52DEF68-0A69-4A5E-9B10-977056DC90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1526"/>
            <a:ext cx="24688799" cy="2462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0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42;p9">
            <a:extLst>
              <a:ext uri="{FF2B5EF4-FFF2-40B4-BE49-F238E27FC236}">
                <a16:creationId xmlns:a16="http://schemas.microsoft.com/office/drawing/2014/main" id="{1C6544D0-6A98-F9A1-8FD3-BC37818E080A}"/>
              </a:ext>
            </a:extLst>
          </p:cNvPr>
          <p:cNvSpPr txBox="1"/>
          <p:nvPr/>
        </p:nvSpPr>
        <p:spPr>
          <a:xfrm>
            <a:off x="8245897" y="6479710"/>
            <a:ext cx="3925335" cy="2114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41130" rIns="82283" bIns="41130" anchor="t" anchorCtr="0">
            <a:spAutoFit/>
          </a:bodyPr>
          <a:lstStyle/>
          <a:p>
            <a:pPr algn="ctr"/>
            <a:endParaRPr lang="pt-BR" sz="4400">
              <a:solidFill>
                <a:schemeClr val="bg1"/>
              </a:solidFill>
              <a:latin typeface="Calibri" panose="020F0502020204030204" pitchFamily="34" charset="0"/>
              <a:ea typeface="Observatório Nacional Sans" pitchFamily="50" charset="0"/>
              <a:cs typeface="Calibri" panose="020F0502020204030204" pitchFamily="34" charset="0"/>
            </a:endParaRPr>
          </a:p>
          <a:p>
            <a:pPr algn="ctr"/>
            <a:r>
              <a:rPr lang="pt-BR" sz="4400">
                <a:solidFill>
                  <a:schemeClr val="bg1"/>
                </a:solidFill>
                <a:latin typeface="Calibri" panose="020F0502020204030204" pitchFamily="34" charset="0"/>
                <a:ea typeface="Observatório Nacional Sans" pitchFamily="50" charset="0"/>
                <a:cs typeface="Calibri" panose="020F0502020204030204" pitchFamily="34" charset="0"/>
              </a:rPr>
              <a:t>Co criação e Organicidade</a:t>
            </a:r>
            <a:endParaRPr sz="4400">
              <a:solidFill>
                <a:schemeClr val="bg1"/>
              </a:solidFill>
              <a:latin typeface="Calibri" panose="020F0502020204030204" pitchFamily="34" charset="0"/>
              <a:ea typeface="Observatório Nacional Sans" pitchFamily="50" charset="0"/>
              <a:cs typeface="Calibri" panose="020F0502020204030204" pitchFamily="34" charset="0"/>
            </a:endParaRPr>
          </a:p>
        </p:txBody>
      </p:sp>
      <p:sp>
        <p:nvSpPr>
          <p:cNvPr id="14" name="Google Shape;242;p9">
            <a:extLst>
              <a:ext uri="{FF2B5EF4-FFF2-40B4-BE49-F238E27FC236}">
                <a16:creationId xmlns:a16="http://schemas.microsoft.com/office/drawing/2014/main" id="{1DEA6238-3038-8745-7188-BE3465F48F5A}"/>
              </a:ext>
            </a:extLst>
          </p:cNvPr>
          <p:cNvSpPr txBox="1"/>
          <p:nvPr/>
        </p:nvSpPr>
        <p:spPr>
          <a:xfrm>
            <a:off x="5045888" y="10179607"/>
            <a:ext cx="4520822" cy="143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41130" rIns="82283" bIns="41130" anchor="t" anchorCtr="0">
            <a:spAutoFit/>
          </a:bodyPr>
          <a:lstStyle/>
          <a:p>
            <a:pPr algn="ctr"/>
            <a:r>
              <a:rPr lang="pt-BR" sz="4400">
                <a:solidFill>
                  <a:schemeClr val="bg1"/>
                </a:solidFill>
                <a:latin typeface="Calibri" panose="020F0502020204030204" pitchFamily="34" charset="0"/>
                <a:ea typeface="Observatório Nacional Sans" pitchFamily="50" charset="0"/>
                <a:cs typeface="Calibri" panose="020F0502020204030204" pitchFamily="34" charset="0"/>
              </a:rPr>
              <a:t>Democratização do Conhecimento</a:t>
            </a:r>
            <a:endParaRPr sz="4400">
              <a:solidFill>
                <a:schemeClr val="bg1"/>
              </a:solidFill>
              <a:latin typeface="Calibri" panose="020F0502020204030204" pitchFamily="34" charset="0"/>
              <a:ea typeface="Observatório Nacional Sans" pitchFamily="50" charset="0"/>
              <a:cs typeface="Calibri" panose="020F0502020204030204" pitchFamily="34" charset="0"/>
            </a:endParaRPr>
          </a:p>
        </p:txBody>
      </p:sp>
      <p:sp>
        <p:nvSpPr>
          <p:cNvPr id="15" name="Google Shape;242;p9">
            <a:extLst>
              <a:ext uri="{FF2B5EF4-FFF2-40B4-BE49-F238E27FC236}">
                <a16:creationId xmlns:a16="http://schemas.microsoft.com/office/drawing/2014/main" id="{C46B9720-E2CA-8133-1602-E80B4484DFC3}"/>
              </a:ext>
            </a:extLst>
          </p:cNvPr>
          <p:cNvSpPr txBox="1"/>
          <p:nvPr/>
        </p:nvSpPr>
        <p:spPr>
          <a:xfrm>
            <a:off x="5045888" y="14241570"/>
            <a:ext cx="3925335" cy="2114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41130" rIns="82283" bIns="41130" anchor="t" anchorCtr="0">
            <a:spAutoFit/>
          </a:bodyPr>
          <a:lstStyle/>
          <a:p>
            <a:pPr algn="ctr"/>
            <a:endParaRPr lang="pt-BR" sz="4400">
              <a:solidFill>
                <a:schemeClr val="bg1"/>
              </a:solidFill>
              <a:latin typeface="Calibri" panose="020F0502020204030204" pitchFamily="34" charset="0"/>
              <a:ea typeface="Observatório Nacional Sans" pitchFamily="50" charset="0"/>
              <a:cs typeface="Calibri" panose="020F0502020204030204" pitchFamily="34" charset="0"/>
            </a:endParaRPr>
          </a:p>
          <a:p>
            <a:pPr algn="ctr"/>
            <a:r>
              <a:rPr lang="pt-BR" sz="4400">
                <a:solidFill>
                  <a:schemeClr val="bg1"/>
                </a:solidFill>
                <a:latin typeface="Calibri" panose="020F0502020204030204" pitchFamily="34" charset="0"/>
                <a:ea typeface="Observatório Nacional Sans" pitchFamily="50" charset="0"/>
                <a:cs typeface="Calibri" panose="020F0502020204030204" pitchFamily="34" charset="0"/>
              </a:rPr>
              <a:t>Plataformas e Hub de Dados</a:t>
            </a:r>
          </a:p>
        </p:txBody>
      </p:sp>
      <p:sp>
        <p:nvSpPr>
          <p:cNvPr id="16" name="Google Shape;242;p9">
            <a:extLst>
              <a:ext uri="{FF2B5EF4-FFF2-40B4-BE49-F238E27FC236}">
                <a16:creationId xmlns:a16="http://schemas.microsoft.com/office/drawing/2014/main" id="{1C28DFBC-6F2C-429D-3F95-97310CA85D06}"/>
              </a:ext>
            </a:extLst>
          </p:cNvPr>
          <p:cNvSpPr txBox="1"/>
          <p:nvPr/>
        </p:nvSpPr>
        <p:spPr>
          <a:xfrm>
            <a:off x="8315556" y="17804971"/>
            <a:ext cx="3925335" cy="143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41130" rIns="82283" bIns="41130" anchor="t" anchorCtr="0">
            <a:spAutoFit/>
          </a:bodyPr>
          <a:lstStyle/>
          <a:p>
            <a:pPr algn="ctr"/>
            <a:r>
              <a:rPr lang="pt-BR" sz="4400">
                <a:solidFill>
                  <a:schemeClr val="bg1"/>
                </a:solidFill>
                <a:latin typeface="Calibri" panose="020F0502020204030204" pitchFamily="34" charset="0"/>
                <a:ea typeface="Observatório Nacional Sans" pitchFamily="50" charset="0"/>
                <a:cs typeface="Calibri" panose="020F0502020204030204" pitchFamily="34" charset="0"/>
              </a:rPr>
              <a:t>Solução de</a:t>
            </a:r>
          </a:p>
          <a:p>
            <a:pPr algn="ctr"/>
            <a:r>
              <a:rPr lang="pt-BR" sz="4400">
                <a:solidFill>
                  <a:schemeClr val="bg1"/>
                </a:solidFill>
                <a:latin typeface="Calibri" panose="020F0502020204030204" pitchFamily="34" charset="0"/>
                <a:ea typeface="Observatório Nacional Sans" pitchFamily="50" charset="0"/>
                <a:cs typeface="Calibri" panose="020F0502020204030204" pitchFamily="34" charset="0"/>
              </a:rPr>
              <a:t>desafios</a:t>
            </a:r>
          </a:p>
        </p:txBody>
      </p:sp>
      <p:sp>
        <p:nvSpPr>
          <p:cNvPr id="17" name="Google Shape;242;p9">
            <a:extLst>
              <a:ext uri="{FF2B5EF4-FFF2-40B4-BE49-F238E27FC236}">
                <a16:creationId xmlns:a16="http://schemas.microsoft.com/office/drawing/2014/main" id="{9CA190D4-398A-F378-3011-80DBF9E20A4C}"/>
              </a:ext>
            </a:extLst>
          </p:cNvPr>
          <p:cNvSpPr txBox="1"/>
          <p:nvPr/>
        </p:nvSpPr>
        <p:spPr>
          <a:xfrm>
            <a:off x="12943501" y="17804971"/>
            <a:ext cx="3925335" cy="143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41130" rIns="82283" bIns="41130" anchor="t" anchorCtr="0">
            <a:spAutoFit/>
          </a:bodyPr>
          <a:lstStyle/>
          <a:p>
            <a:pPr algn="ctr"/>
            <a:r>
              <a:rPr lang="pt-BR" sz="4400">
                <a:solidFill>
                  <a:schemeClr val="bg1"/>
                </a:solidFill>
                <a:latin typeface="Calibri" panose="020F0502020204030204" pitchFamily="34" charset="0"/>
                <a:ea typeface="Observatório Nacional Sans" pitchFamily="50" charset="0"/>
                <a:cs typeface="Calibri" panose="020F0502020204030204" pitchFamily="34" charset="0"/>
              </a:rPr>
              <a:t>Transformação</a:t>
            </a:r>
          </a:p>
          <a:p>
            <a:pPr algn="ctr"/>
            <a:r>
              <a:rPr lang="pt-BR" sz="4400">
                <a:solidFill>
                  <a:schemeClr val="bg1"/>
                </a:solidFill>
                <a:latin typeface="Calibri" panose="020F0502020204030204" pitchFamily="34" charset="0"/>
                <a:ea typeface="Observatório Nacional Sans" pitchFamily="50" charset="0"/>
                <a:cs typeface="Calibri" panose="020F0502020204030204" pitchFamily="34" charset="0"/>
              </a:rPr>
              <a:t>cultural</a:t>
            </a:r>
          </a:p>
        </p:txBody>
      </p:sp>
      <p:sp>
        <p:nvSpPr>
          <p:cNvPr id="18" name="Google Shape;242;p9">
            <a:extLst>
              <a:ext uri="{FF2B5EF4-FFF2-40B4-BE49-F238E27FC236}">
                <a16:creationId xmlns:a16="http://schemas.microsoft.com/office/drawing/2014/main" id="{AD8EF913-8EFA-CD1E-E560-00BD6BBCF2B2}"/>
              </a:ext>
            </a:extLst>
          </p:cNvPr>
          <p:cNvSpPr txBox="1"/>
          <p:nvPr/>
        </p:nvSpPr>
        <p:spPr>
          <a:xfrm>
            <a:off x="15832129" y="9910108"/>
            <a:ext cx="4179163" cy="2114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41130" rIns="82283" bIns="41130" anchor="t" anchorCtr="0">
            <a:spAutoFit/>
          </a:bodyPr>
          <a:lstStyle/>
          <a:p>
            <a:pPr algn="ctr"/>
            <a:endParaRPr lang="pt-BR" sz="4400">
              <a:solidFill>
                <a:schemeClr val="bg1"/>
              </a:solidFill>
              <a:latin typeface="Calibri" panose="020F0502020204030204" pitchFamily="34" charset="0"/>
              <a:ea typeface="Observatório Nacional Sans" pitchFamily="50" charset="0"/>
              <a:cs typeface="Calibri" panose="020F0502020204030204" pitchFamily="34" charset="0"/>
            </a:endParaRPr>
          </a:p>
          <a:p>
            <a:pPr algn="ctr"/>
            <a:r>
              <a:rPr lang="pt-BR" sz="4400">
                <a:solidFill>
                  <a:schemeClr val="bg1"/>
                </a:solidFill>
                <a:latin typeface="Calibri" panose="020F0502020204030204" pitchFamily="34" charset="0"/>
                <a:ea typeface="Observatório Nacional Sans" pitchFamily="50" charset="0"/>
                <a:cs typeface="Calibri" panose="020F0502020204030204" pitchFamily="34" charset="0"/>
              </a:rPr>
              <a:t>Conectividade continua</a:t>
            </a:r>
          </a:p>
        </p:txBody>
      </p:sp>
      <p:sp>
        <p:nvSpPr>
          <p:cNvPr id="19" name="Google Shape;242;p9">
            <a:extLst>
              <a:ext uri="{FF2B5EF4-FFF2-40B4-BE49-F238E27FC236}">
                <a16:creationId xmlns:a16="http://schemas.microsoft.com/office/drawing/2014/main" id="{037E4EEE-C194-7EF1-112F-FB26D9168C4D}"/>
              </a:ext>
            </a:extLst>
          </p:cNvPr>
          <p:cNvSpPr txBox="1"/>
          <p:nvPr/>
        </p:nvSpPr>
        <p:spPr>
          <a:xfrm>
            <a:off x="15832130" y="14296432"/>
            <a:ext cx="4179163" cy="2114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41130" rIns="82283" bIns="41130" anchor="t" anchorCtr="0">
            <a:spAutoFit/>
          </a:bodyPr>
          <a:lstStyle/>
          <a:p>
            <a:pPr algn="ctr"/>
            <a:endParaRPr lang="pt-BR" sz="4400">
              <a:solidFill>
                <a:schemeClr val="bg1"/>
              </a:solidFill>
              <a:latin typeface="Calibri" panose="020F0502020204030204" pitchFamily="34" charset="0"/>
              <a:ea typeface="Observatório Nacional Sans" pitchFamily="50" charset="0"/>
              <a:cs typeface="Calibri" panose="020F0502020204030204" pitchFamily="34" charset="0"/>
            </a:endParaRPr>
          </a:p>
          <a:p>
            <a:pPr algn="ctr"/>
            <a:r>
              <a:rPr lang="pt-BR" sz="4400">
                <a:solidFill>
                  <a:schemeClr val="bg1"/>
                </a:solidFill>
                <a:latin typeface="Calibri" panose="020F0502020204030204" pitchFamily="34" charset="0"/>
                <a:ea typeface="Observatório Nacional Sans" pitchFamily="50" charset="0"/>
                <a:cs typeface="Calibri" panose="020F0502020204030204" pitchFamily="34" charset="0"/>
              </a:rPr>
              <a:t>Experimentação</a:t>
            </a:r>
          </a:p>
          <a:p>
            <a:pPr algn="ctr"/>
            <a:r>
              <a:rPr lang="pt-BR" sz="4400">
                <a:solidFill>
                  <a:schemeClr val="bg1"/>
                </a:solidFill>
                <a:latin typeface="Calibri" panose="020F0502020204030204" pitchFamily="34" charset="0"/>
                <a:ea typeface="Observatório Nacional Sans" pitchFamily="50" charset="0"/>
                <a:cs typeface="Calibri" panose="020F0502020204030204" pitchFamily="34" charset="0"/>
              </a:rPr>
              <a:t>Tecnológica</a:t>
            </a:r>
          </a:p>
        </p:txBody>
      </p:sp>
      <p:sp>
        <p:nvSpPr>
          <p:cNvPr id="20" name="Google Shape;242;p9">
            <a:extLst>
              <a:ext uri="{FF2B5EF4-FFF2-40B4-BE49-F238E27FC236}">
                <a16:creationId xmlns:a16="http://schemas.microsoft.com/office/drawing/2014/main" id="{D3FF5B85-F41A-6AC9-6076-EFA1A91BBAE5}"/>
              </a:ext>
            </a:extLst>
          </p:cNvPr>
          <p:cNvSpPr txBox="1"/>
          <p:nvPr/>
        </p:nvSpPr>
        <p:spPr>
          <a:xfrm>
            <a:off x="12816586" y="7246898"/>
            <a:ext cx="4179163" cy="143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41130" rIns="82283" bIns="41130" anchor="t" anchorCtr="0">
            <a:spAutoFit/>
          </a:bodyPr>
          <a:lstStyle/>
          <a:p>
            <a:pPr algn="ctr"/>
            <a:r>
              <a:rPr lang="pt-BR" sz="4400">
                <a:solidFill>
                  <a:schemeClr val="bg1"/>
                </a:solidFill>
                <a:latin typeface="Calibri" panose="020F0502020204030204" pitchFamily="34" charset="0"/>
                <a:ea typeface="Observatório Nacional Sans" pitchFamily="50" charset="0"/>
                <a:cs typeface="Calibri" panose="020F0502020204030204" pitchFamily="34" charset="0"/>
              </a:rPr>
              <a:t>Aceleração e</a:t>
            </a:r>
          </a:p>
          <a:p>
            <a:pPr algn="ctr"/>
            <a:r>
              <a:rPr lang="pt-BR" sz="4400">
                <a:solidFill>
                  <a:schemeClr val="bg1"/>
                </a:solidFill>
                <a:latin typeface="Calibri" panose="020F0502020204030204" pitchFamily="34" charset="0"/>
                <a:ea typeface="Observatório Nacional Sans" pitchFamily="50" charset="0"/>
                <a:cs typeface="Calibri" panose="020F0502020204030204" pitchFamily="34" charset="0"/>
              </a:rPr>
              <a:t>escalabilidade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4E47A7-DB99-A84D-A3C5-E5CEB4C780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93792" y="8218274"/>
            <a:ext cx="13751379" cy="8192547"/>
          </a:xfrm>
          <a:prstGeom prst="rect">
            <a:avLst/>
          </a:prstGeom>
        </p:spPr>
      </p:pic>
      <p:sp>
        <p:nvSpPr>
          <p:cNvPr id="4" name="Google Shape;90;p17">
            <a:extLst>
              <a:ext uri="{FF2B5EF4-FFF2-40B4-BE49-F238E27FC236}">
                <a16:creationId xmlns:a16="http://schemas.microsoft.com/office/drawing/2014/main" id="{FF659A1E-9235-213F-BD4B-2F974F539C4D}"/>
              </a:ext>
            </a:extLst>
          </p:cNvPr>
          <p:cNvSpPr txBox="1"/>
          <p:nvPr/>
        </p:nvSpPr>
        <p:spPr>
          <a:xfrm>
            <a:off x="1994174" y="3110600"/>
            <a:ext cx="14465025" cy="117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50" b="1" dirty="0">
                <a:solidFill>
                  <a:srgbClr val="FDAD23"/>
                </a:solidFill>
                <a:latin typeface="Observatório Nacional Sans" pitchFamily="2" charset="77"/>
                <a:ea typeface="Observatório Nacional Sans" pitchFamily="2" charset="77"/>
                <a:cs typeface="Montserrat"/>
                <a:sym typeface="Montserrat"/>
              </a:rPr>
              <a:t>REDE COLABORATIVA| </a:t>
            </a:r>
            <a:r>
              <a:rPr lang="pt-BR" sz="6450" b="1" dirty="0">
                <a:solidFill>
                  <a:srgbClr val="01FFFF"/>
                </a:solidFill>
                <a:latin typeface="Observatório Nacional Sans" pitchFamily="2" charset="77"/>
                <a:ea typeface="Observatório Nacional Sans" pitchFamily="2" charset="77"/>
                <a:cs typeface="Montserrat"/>
                <a:sym typeface="Montserrat"/>
              </a:rPr>
              <a:t>ATUAÇÃO</a:t>
            </a:r>
            <a:endParaRPr sz="6450" b="1" dirty="0">
              <a:solidFill>
                <a:srgbClr val="01FFFF"/>
              </a:solidFill>
              <a:latin typeface="Observatório Nacional Sans" pitchFamily="2" charset="77"/>
              <a:ea typeface="Observatório Nacional Sans" pitchFamily="2" charset="77"/>
              <a:cs typeface="Montserrat"/>
              <a:sym typeface="Montserrat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71A909BB-3D4F-FFBD-A953-A123E8A809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2338" y="5400150"/>
            <a:ext cx="15854289" cy="1585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557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1994174" y="3110600"/>
            <a:ext cx="19070893" cy="117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pt-BR" sz="6450" b="1" dirty="0">
                <a:solidFill>
                  <a:srgbClr val="FDAD23"/>
                </a:solidFill>
                <a:latin typeface="Observatório Nacional Sans" pitchFamily="2" charset="77"/>
                <a:ea typeface="Observatório Nacional Sans" pitchFamily="2" charset="77"/>
                <a:cs typeface="Montserrat"/>
                <a:sym typeface="Montserrat"/>
              </a:rPr>
              <a:t>A REDE DE OBSERVATÓRIOS | </a:t>
            </a:r>
            <a:r>
              <a:rPr lang="pt-BR" sz="6450" b="1" dirty="0">
                <a:solidFill>
                  <a:srgbClr val="0BE2FE"/>
                </a:solidFill>
                <a:latin typeface="Observatório Nacional Sans" pitchFamily="2" charset="77"/>
                <a:ea typeface="Observatório Nacional Sans" pitchFamily="2" charset="77"/>
                <a:cs typeface="Montserrat"/>
                <a:sym typeface="Montserrat"/>
              </a:rPr>
              <a:t>QUEM SOMOS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726E7F1-E55C-215E-3FF6-F08D5136EED1}"/>
              </a:ext>
            </a:extLst>
          </p:cNvPr>
          <p:cNvSpPr txBox="1"/>
          <p:nvPr/>
        </p:nvSpPr>
        <p:spPr>
          <a:xfrm>
            <a:off x="1443402" y="7783338"/>
            <a:ext cx="5267252" cy="1323439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/>
            <a:r>
              <a:rPr lang="pt-BR" sz="4000">
                <a:solidFill>
                  <a:schemeClr val="bg1"/>
                </a:solidFill>
                <a:latin typeface="Observatório Nacional Sans" pitchFamily="50" charset="0"/>
                <a:ea typeface="Observatório Nacional Sans" pitchFamily="50" charset="0"/>
                <a:cs typeface="Arial" panose="020B0604020202020204" pitchFamily="34" charset="0"/>
              </a:rPr>
              <a:t>Infraestrutura de</a:t>
            </a:r>
          </a:p>
          <a:p>
            <a:pPr algn="r"/>
            <a:r>
              <a:rPr lang="pt-BR" sz="4000">
                <a:solidFill>
                  <a:schemeClr val="bg1"/>
                </a:solidFill>
                <a:latin typeface="Observatório Nacional Sans" pitchFamily="50" charset="0"/>
                <a:ea typeface="Observatório Nacional Sans" pitchFamily="50" charset="0"/>
                <a:cs typeface="Arial" panose="020B0604020202020204" pitchFamily="34" charset="0"/>
              </a:rPr>
              <a:t>dados em nuvem</a:t>
            </a:r>
          </a:p>
        </p:txBody>
      </p:sp>
      <p:pic>
        <p:nvPicPr>
          <p:cNvPr id="45" name="Gráfico 44">
            <a:extLst>
              <a:ext uri="{FF2B5EF4-FFF2-40B4-BE49-F238E27FC236}">
                <a16:creationId xmlns:a16="http://schemas.microsoft.com/office/drawing/2014/main" id="{E128D463-E567-BDF5-0825-E5264F14F9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2208" y="8231580"/>
            <a:ext cx="8824383" cy="8824383"/>
          </a:xfrm>
          <a:prstGeom prst="rect">
            <a:avLst/>
          </a:prstGeom>
        </p:spPr>
      </p:pic>
      <p:sp>
        <p:nvSpPr>
          <p:cNvPr id="46" name="Elipse 45">
            <a:extLst>
              <a:ext uri="{FF2B5EF4-FFF2-40B4-BE49-F238E27FC236}">
                <a16:creationId xmlns:a16="http://schemas.microsoft.com/office/drawing/2014/main" id="{E5EBFDC6-B5D9-A415-BF4B-8FEE7DDD9279}"/>
              </a:ext>
            </a:extLst>
          </p:cNvPr>
          <p:cNvSpPr/>
          <p:nvPr/>
        </p:nvSpPr>
        <p:spPr>
          <a:xfrm>
            <a:off x="6916159" y="7194884"/>
            <a:ext cx="10877076" cy="10960092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605F195-F482-7FCD-2D15-DBCDD09BE985}"/>
              </a:ext>
            </a:extLst>
          </p:cNvPr>
          <p:cNvSpPr txBox="1"/>
          <p:nvPr/>
        </p:nvSpPr>
        <p:spPr>
          <a:xfrm>
            <a:off x="-358395" y="11832366"/>
            <a:ext cx="5267252" cy="193899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/>
            <a:r>
              <a:rPr lang="pt-BR" sz="4000">
                <a:solidFill>
                  <a:schemeClr val="bg1"/>
                </a:solidFill>
                <a:latin typeface="Observatório Nacional Sans" pitchFamily="50" charset="0"/>
                <a:ea typeface="Observatório Nacional Sans" pitchFamily="50" charset="0"/>
                <a:cs typeface="Arial" panose="020B0604020202020204" pitchFamily="34" charset="0"/>
              </a:rPr>
              <a:t>Bases de</a:t>
            </a:r>
          </a:p>
          <a:p>
            <a:pPr algn="r"/>
            <a:r>
              <a:rPr lang="pt-BR" sz="4000">
                <a:solidFill>
                  <a:schemeClr val="bg1"/>
                </a:solidFill>
                <a:latin typeface="Observatório Nacional Sans" pitchFamily="50" charset="0"/>
                <a:ea typeface="Observatório Nacional Sans" pitchFamily="50" charset="0"/>
                <a:cs typeface="Arial" panose="020B0604020202020204" pitchFamily="34" charset="0"/>
              </a:rPr>
              <a:t>dados</a:t>
            </a:r>
          </a:p>
          <a:p>
            <a:pPr algn="r"/>
            <a:r>
              <a:rPr lang="pt-BR" sz="4000">
                <a:solidFill>
                  <a:schemeClr val="bg1"/>
                </a:solidFill>
                <a:latin typeface="Observatório Nacional Sans" pitchFamily="50" charset="0"/>
                <a:ea typeface="Observatório Nacional Sans" pitchFamily="50" charset="0"/>
                <a:cs typeface="Arial" panose="020B0604020202020204" pitchFamily="34" charset="0"/>
              </a:rPr>
              <a:t>estruturadas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598C1C0E-187D-1F5D-EF06-360C878DD22E}"/>
              </a:ext>
            </a:extLst>
          </p:cNvPr>
          <p:cNvSpPr txBox="1"/>
          <p:nvPr/>
        </p:nvSpPr>
        <p:spPr>
          <a:xfrm>
            <a:off x="32011" y="15910015"/>
            <a:ext cx="6666833" cy="255454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/>
            <a:r>
              <a:rPr lang="pt-BR" sz="4000">
                <a:solidFill>
                  <a:schemeClr val="bg1"/>
                </a:solidFill>
                <a:latin typeface="Observatório Nacional Sans" pitchFamily="50" charset="0"/>
                <a:ea typeface="Observatório Nacional Sans" pitchFamily="50" charset="0"/>
                <a:cs typeface="Arial" panose="020B0604020202020204" pitchFamily="34" charset="0"/>
              </a:rPr>
              <a:t>Produtos e serviços informacionais para as Federações da Indústria</a:t>
            </a:r>
          </a:p>
          <a:p>
            <a:pPr algn="r"/>
            <a:endParaRPr lang="pt-BR" sz="4000">
              <a:solidFill>
                <a:schemeClr val="bg1"/>
              </a:solidFill>
              <a:latin typeface="Observatório Nacional Sans" pitchFamily="50" charset="0"/>
              <a:ea typeface="Observatório Nacional Sans" pitchFamily="50" charset="0"/>
              <a:cs typeface="Arial" panose="020B0604020202020204" pitchFamily="34" charset="0"/>
            </a:endParaRP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FBD8123B-15DA-538C-D2C4-05602D21A812}"/>
              </a:ext>
            </a:extLst>
          </p:cNvPr>
          <p:cNvSpPr txBox="1"/>
          <p:nvPr/>
        </p:nvSpPr>
        <p:spPr>
          <a:xfrm>
            <a:off x="18169765" y="7377502"/>
            <a:ext cx="6244838" cy="193899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pt-BR" sz="4000">
                <a:solidFill>
                  <a:schemeClr val="bg1"/>
                </a:solidFill>
                <a:latin typeface="Observatório Nacional Sans" pitchFamily="50" charset="0"/>
                <a:ea typeface="Observatório Nacional Sans" pitchFamily="50" charset="0"/>
                <a:cs typeface="Arial" panose="020B0604020202020204" pitchFamily="34" charset="0"/>
              </a:rPr>
              <a:t>Sala de Situação</a:t>
            </a:r>
          </a:p>
          <a:p>
            <a:r>
              <a:rPr lang="pt-BR" sz="4000">
                <a:solidFill>
                  <a:schemeClr val="bg1"/>
                </a:solidFill>
                <a:latin typeface="Observatório Nacional Sans" pitchFamily="50" charset="0"/>
                <a:ea typeface="Observatório Nacional Sans" pitchFamily="50" charset="0"/>
                <a:cs typeface="Arial" panose="020B0604020202020204" pitchFamily="34" charset="0"/>
              </a:rPr>
              <a:t>Do Observatório Nacional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65F5A812-0B17-5AA4-D992-D662D4F3A3A8}"/>
              </a:ext>
            </a:extLst>
          </p:cNvPr>
          <p:cNvSpPr txBox="1"/>
          <p:nvPr/>
        </p:nvSpPr>
        <p:spPr>
          <a:xfrm>
            <a:off x="19696153" y="11705434"/>
            <a:ext cx="6244838" cy="193899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pt-BR" sz="4000">
                <a:solidFill>
                  <a:schemeClr val="bg1"/>
                </a:solidFill>
                <a:latin typeface="Observatório Nacional Sans" pitchFamily="50" charset="0"/>
                <a:ea typeface="Observatório Nacional Sans" pitchFamily="50" charset="0"/>
                <a:cs typeface="Arial" panose="020B0604020202020204" pitchFamily="34" charset="0"/>
              </a:rPr>
              <a:t>Sala de situação</a:t>
            </a:r>
          </a:p>
          <a:p>
            <a:r>
              <a:rPr lang="pt-BR" sz="4000">
                <a:solidFill>
                  <a:schemeClr val="bg1"/>
                </a:solidFill>
                <a:latin typeface="Observatório Nacional Sans" pitchFamily="50" charset="0"/>
                <a:ea typeface="Observatório Nacional Sans" pitchFamily="50" charset="0"/>
                <a:cs typeface="Arial" panose="020B0604020202020204" pitchFamily="34" charset="0"/>
              </a:rPr>
              <a:t>dos Observatórios</a:t>
            </a:r>
          </a:p>
          <a:p>
            <a:r>
              <a:rPr lang="pt-BR" sz="4000">
                <a:solidFill>
                  <a:schemeClr val="bg1"/>
                </a:solidFill>
                <a:latin typeface="Observatório Nacional Sans" pitchFamily="50" charset="0"/>
                <a:ea typeface="Observatório Nacional Sans" pitchFamily="50" charset="0"/>
                <a:cs typeface="Arial" panose="020B0604020202020204" pitchFamily="34" charset="0"/>
              </a:rPr>
              <a:t>credenciados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F5DC88B6-6182-57A7-A5E3-A8264D1540B5}"/>
              </a:ext>
            </a:extLst>
          </p:cNvPr>
          <p:cNvSpPr txBox="1"/>
          <p:nvPr/>
        </p:nvSpPr>
        <p:spPr>
          <a:xfrm>
            <a:off x="18022392" y="16290188"/>
            <a:ext cx="7562218" cy="1323439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pt-BR" sz="4000">
                <a:solidFill>
                  <a:schemeClr val="bg1"/>
                </a:solidFill>
                <a:latin typeface="Observatório Nacional Sans" pitchFamily="50" charset="0"/>
                <a:ea typeface="Observatório Nacional Sans" pitchFamily="50" charset="0"/>
                <a:cs typeface="Arial" panose="020B0604020202020204" pitchFamily="34" charset="0"/>
              </a:rPr>
              <a:t>Capacitação das</a:t>
            </a:r>
          </a:p>
          <a:p>
            <a:r>
              <a:rPr lang="pt-BR" sz="4000">
                <a:solidFill>
                  <a:schemeClr val="bg1"/>
                </a:solidFill>
                <a:latin typeface="Observatório Nacional Sans" pitchFamily="50" charset="0"/>
                <a:ea typeface="Observatório Nacional Sans" pitchFamily="50" charset="0"/>
                <a:cs typeface="Arial" panose="020B0604020202020204" pitchFamily="34" charset="0"/>
              </a:rPr>
              <a:t>equipes técnicas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77C44821-26B8-D6DB-19B7-60415963845B}"/>
              </a:ext>
            </a:extLst>
          </p:cNvPr>
          <p:cNvSpPr txBox="1"/>
          <p:nvPr/>
        </p:nvSpPr>
        <p:spPr>
          <a:xfrm>
            <a:off x="9886338" y="11342594"/>
            <a:ext cx="5267252" cy="230832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pt-BR" sz="4800" b="1">
                <a:solidFill>
                  <a:schemeClr val="bg1"/>
                </a:solidFill>
                <a:latin typeface="Observatório Nacional Sans" pitchFamily="50" charset="0"/>
                <a:ea typeface="Observatório Nacional Sans" pitchFamily="50" charset="0"/>
                <a:cs typeface="Arial" panose="020B0604020202020204" pitchFamily="34" charset="0"/>
              </a:rPr>
              <a:t>Capital Intelectual</a:t>
            </a:r>
          </a:p>
          <a:p>
            <a:pPr algn="ctr"/>
            <a:r>
              <a:rPr lang="pt-BR" sz="4800" b="1">
                <a:solidFill>
                  <a:schemeClr val="bg1"/>
                </a:solidFill>
                <a:latin typeface="Observatório Nacional Sans" pitchFamily="50" charset="0"/>
                <a:ea typeface="Observatório Nacional Sans" pitchFamily="50" charset="0"/>
                <a:cs typeface="Arial" panose="020B0604020202020204" pitchFamily="34" charset="0"/>
              </a:rPr>
              <a:t>Especializado</a:t>
            </a:r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C48F3903-2070-210E-972F-57E7C89CC775}"/>
              </a:ext>
            </a:extLst>
          </p:cNvPr>
          <p:cNvSpPr/>
          <p:nvPr/>
        </p:nvSpPr>
        <p:spPr>
          <a:xfrm>
            <a:off x="6939848" y="7034748"/>
            <a:ext cx="2624501" cy="2624501"/>
          </a:xfrm>
          <a:prstGeom prst="ellipse">
            <a:avLst/>
          </a:prstGeom>
          <a:solidFill>
            <a:srgbClr val="1B1740"/>
          </a:solidFill>
          <a:ln w="76200">
            <a:solidFill>
              <a:srgbClr val="FDA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9" name="Gráfico 88">
            <a:extLst>
              <a:ext uri="{FF2B5EF4-FFF2-40B4-BE49-F238E27FC236}">
                <a16:creationId xmlns:a16="http://schemas.microsoft.com/office/drawing/2014/main" id="{3BA86029-4F0E-39E5-7DF5-B092EA67A6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50859" y="7609642"/>
            <a:ext cx="1909213" cy="1527370"/>
          </a:xfrm>
          <a:prstGeom prst="rect">
            <a:avLst/>
          </a:prstGeom>
        </p:spPr>
      </p:pic>
      <p:sp>
        <p:nvSpPr>
          <p:cNvPr id="90" name="Elipse 89">
            <a:extLst>
              <a:ext uri="{FF2B5EF4-FFF2-40B4-BE49-F238E27FC236}">
                <a16:creationId xmlns:a16="http://schemas.microsoft.com/office/drawing/2014/main" id="{9DE62848-D01F-2567-6E6E-A8E2A45B30A8}"/>
              </a:ext>
            </a:extLst>
          </p:cNvPr>
          <p:cNvSpPr/>
          <p:nvPr/>
        </p:nvSpPr>
        <p:spPr>
          <a:xfrm>
            <a:off x="15124453" y="7016219"/>
            <a:ext cx="2624501" cy="2624501"/>
          </a:xfrm>
          <a:prstGeom prst="ellipse">
            <a:avLst/>
          </a:prstGeom>
          <a:solidFill>
            <a:srgbClr val="1B1740"/>
          </a:solidFill>
          <a:ln w="76200">
            <a:solidFill>
              <a:srgbClr val="FDA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4" name="Gráfico 93">
            <a:extLst>
              <a:ext uri="{FF2B5EF4-FFF2-40B4-BE49-F238E27FC236}">
                <a16:creationId xmlns:a16="http://schemas.microsoft.com/office/drawing/2014/main" id="{29D1CEAC-C935-271E-C1FB-DECFE0EBB1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523682" y="7742111"/>
            <a:ext cx="1846915" cy="1169713"/>
          </a:xfrm>
          <a:prstGeom prst="rect">
            <a:avLst/>
          </a:prstGeom>
        </p:spPr>
      </p:pic>
      <p:sp>
        <p:nvSpPr>
          <p:cNvPr id="95" name="Elipse 94">
            <a:extLst>
              <a:ext uri="{FF2B5EF4-FFF2-40B4-BE49-F238E27FC236}">
                <a16:creationId xmlns:a16="http://schemas.microsoft.com/office/drawing/2014/main" id="{5ABEECCE-B8CA-AC2D-EC7F-79645FA03D93}"/>
              </a:ext>
            </a:extLst>
          </p:cNvPr>
          <p:cNvSpPr/>
          <p:nvPr/>
        </p:nvSpPr>
        <p:spPr>
          <a:xfrm>
            <a:off x="16891271" y="11407720"/>
            <a:ext cx="2624501" cy="2624501"/>
          </a:xfrm>
          <a:prstGeom prst="ellipse">
            <a:avLst/>
          </a:prstGeom>
          <a:solidFill>
            <a:srgbClr val="1B1740"/>
          </a:solidFill>
          <a:ln w="76200">
            <a:solidFill>
              <a:srgbClr val="FDA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7" name="Gráfico 96">
            <a:extLst>
              <a:ext uri="{FF2B5EF4-FFF2-40B4-BE49-F238E27FC236}">
                <a16:creationId xmlns:a16="http://schemas.microsoft.com/office/drawing/2014/main" id="{28E916BC-ABA7-F069-2F23-C250E365BA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263741" y="12079682"/>
            <a:ext cx="1906146" cy="1207225"/>
          </a:xfrm>
          <a:prstGeom prst="rect">
            <a:avLst/>
          </a:prstGeom>
        </p:spPr>
      </p:pic>
      <p:sp>
        <p:nvSpPr>
          <p:cNvPr id="98" name="Elipse 97">
            <a:extLst>
              <a:ext uri="{FF2B5EF4-FFF2-40B4-BE49-F238E27FC236}">
                <a16:creationId xmlns:a16="http://schemas.microsoft.com/office/drawing/2014/main" id="{6F935FDF-D343-76C6-D784-C71B197F3C4F}"/>
              </a:ext>
            </a:extLst>
          </p:cNvPr>
          <p:cNvSpPr/>
          <p:nvPr/>
        </p:nvSpPr>
        <p:spPr>
          <a:xfrm>
            <a:off x="5254742" y="11407720"/>
            <a:ext cx="2624501" cy="2624501"/>
          </a:xfrm>
          <a:prstGeom prst="ellipse">
            <a:avLst/>
          </a:prstGeom>
          <a:solidFill>
            <a:srgbClr val="1B1740"/>
          </a:solidFill>
          <a:ln w="76200">
            <a:solidFill>
              <a:srgbClr val="FDA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0" name="Gráfico 99">
            <a:extLst>
              <a:ext uri="{FF2B5EF4-FFF2-40B4-BE49-F238E27FC236}">
                <a16:creationId xmlns:a16="http://schemas.microsoft.com/office/drawing/2014/main" id="{84CEE01E-0A67-6347-C2E7-16236497C3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99645" y="11965590"/>
            <a:ext cx="1716528" cy="1525803"/>
          </a:xfrm>
          <a:prstGeom prst="rect">
            <a:avLst/>
          </a:prstGeom>
        </p:spPr>
      </p:pic>
      <p:sp>
        <p:nvSpPr>
          <p:cNvPr id="101" name="Elipse 100">
            <a:extLst>
              <a:ext uri="{FF2B5EF4-FFF2-40B4-BE49-F238E27FC236}">
                <a16:creationId xmlns:a16="http://schemas.microsoft.com/office/drawing/2014/main" id="{8BFD0949-FE2C-DDA4-E61E-BC093254ABB0}"/>
              </a:ext>
            </a:extLst>
          </p:cNvPr>
          <p:cNvSpPr/>
          <p:nvPr/>
        </p:nvSpPr>
        <p:spPr>
          <a:xfrm>
            <a:off x="6911578" y="15530475"/>
            <a:ext cx="2624501" cy="2624501"/>
          </a:xfrm>
          <a:prstGeom prst="ellipse">
            <a:avLst/>
          </a:prstGeom>
          <a:solidFill>
            <a:srgbClr val="1B1740"/>
          </a:solidFill>
          <a:ln w="76200">
            <a:solidFill>
              <a:srgbClr val="FDA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3" name="Gráfico 102">
            <a:extLst>
              <a:ext uri="{FF2B5EF4-FFF2-40B4-BE49-F238E27FC236}">
                <a16:creationId xmlns:a16="http://schemas.microsoft.com/office/drawing/2014/main" id="{C0830451-7BF1-6049-608C-211DAC02319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24722" y="16025720"/>
            <a:ext cx="1195187" cy="1593583"/>
          </a:xfrm>
          <a:prstGeom prst="rect">
            <a:avLst/>
          </a:prstGeom>
        </p:spPr>
      </p:pic>
      <p:sp>
        <p:nvSpPr>
          <p:cNvPr id="104" name="Elipse 103">
            <a:extLst>
              <a:ext uri="{FF2B5EF4-FFF2-40B4-BE49-F238E27FC236}">
                <a16:creationId xmlns:a16="http://schemas.microsoft.com/office/drawing/2014/main" id="{E359D909-5C76-4A09-B9F8-EAE60A4CAE48}"/>
              </a:ext>
            </a:extLst>
          </p:cNvPr>
          <p:cNvSpPr/>
          <p:nvPr/>
        </p:nvSpPr>
        <p:spPr>
          <a:xfrm>
            <a:off x="15124450" y="15479892"/>
            <a:ext cx="2624501" cy="2624501"/>
          </a:xfrm>
          <a:prstGeom prst="ellipse">
            <a:avLst/>
          </a:prstGeom>
          <a:solidFill>
            <a:srgbClr val="1B1740"/>
          </a:solidFill>
          <a:ln w="76200">
            <a:solidFill>
              <a:srgbClr val="FDA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6" name="Gráfico 105">
            <a:extLst>
              <a:ext uri="{FF2B5EF4-FFF2-40B4-BE49-F238E27FC236}">
                <a16:creationId xmlns:a16="http://schemas.microsoft.com/office/drawing/2014/main" id="{AB048FC4-A4C6-4ABD-26FF-70C84BA98E1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649451" y="15800530"/>
            <a:ext cx="1443951" cy="180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980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Desenho de uma pessoa&#10;&#10;Descrição gerada automaticamente com confiança média">
            <a:extLst>
              <a:ext uri="{FF2B5EF4-FFF2-40B4-BE49-F238E27FC236}">
                <a16:creationId xmlns:a16="http://schemas.microsoft.com/office/drawing/2014/main" id="{04CB5A3F-78CB-B4DB-E4EC-A9265C4F91C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24688800" cy="24688800"/>
          </a:xfrm>
          <a:prstGeom prst="rect">
            <a:avLst/>
          </a:prstGeom>
        </p:spPr>
      </p:pic>
      <p:sp>
        <p:nvSpPr>
          <p:cNvPr id="90" name="Google Shape;90;p17"/>
          <p:cNvSpPr txBox="1"/>
          <p:nvPr/>
        </p:nvSpPr>
        <p:spPr>
          <a:xfrm>
            <a:off x="1994174" y="2500996"/>
            <a:ext cx="18935426" cy="117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50" b="1" dirty="0">
                <a:solidFill>
                  <a:srgbClr val="FDAD23"/>
                </a:solidFill>
                <a:latin typeface="Observatório Nacional Sans" pitchFamily="2" charset="77"/>
                <a:ea typeface="Observatório Nacional Sans" pitchFamily="2" charset="77"/>
                <a:cs typeface="Montserrat"/>
                <a:sym typeface="Montserrat"/>
              </a:rPr>
              <a:t>REDE DE OBSERVATÓRIOS | </a:t>
            </a:r>
            <a:r>
              <a:rPr lang="pt-BR" sz="6450" b="1" dirty="0">
                <a:solidFill>
                  <a:srgbClr val="01FFFF"/>
                </a:solidFill>
                <a:latin typeface="Observatório Nacional Sans" pitchFamily="2" charset="77"/>
                <a:ea typeface="Observatório Nacional Sans" pitchFamily="2" charset="77"/>
                <a:cs typeface="Montserrat"/>
                <a:sym typeface="Montserrat"/>
              </a:rPr>
              <a:t>ONDE ESTAMOS</a:t>
            </a:r>
            <a:endParaRPr sz="6450" b="1" dirty="0">
              <a:solidFill>
                <a:srgbClr val="01FFFF"/>
              </a:solidFill>
              <a:latin typeface="Observatório Nacional Sans" pitchFamily="2" charset="77"/>
              <a:ea typeface="Observatório Nacional Sans" pitchFamily="2" charset="77"/>
              <a:cs typeface="Montserrat"/>
              <a:sym typeface="Montserrat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A96C8CC-6C10-52E7-9BE4-BA65D82973D5}"/>
              </a:ext>
            </a:extLst>
          </p:cNvPr>
          <p:cNvSpPr/>
          <p:nvPr/>
        </p:nvSpPr>
        <p:spPr>
          <a:xfrm>
            <a:off x="7232276" y="5853280"/>
            <a:ext cx="8959675" cy="2120813"/>
          </a:xfrm>
          <a:prstGeom prst="roundRect">
            <a:avLst/>
          </a:prstGeom>
          <a:noFill/>
          <a:ln w="76200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F30F260-299B-DFED-23D7-8DDABD767E31}"/>
              </a:ext>
            </a:extLst>
          </p:cNvPr>
          <p:cNvSpPr txBox="1"/>
          <p:nvPr/>
        </p:nvSpPr>
        <p:spPr>
          <a:xfrm>
            <a:off x="8047000" y="4529241"/>
            <a:ext cx="870517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err="1">
                <a:solidFill>
                  <a:schemeClr val="bg1"/>
                </a:solidFill>
                <a:latin typeface="Observatório Nacional Sans Blac" pitchFamily="50" charset="0"/>
                <a:ea typeface="Observatório Nacional Sans Blac" pitchFamily="50" charset="0"/>
              </a:rPr>
              <a:t>Até</a:t>
            </a:r>
            <a:r>
              <a:rPr lang="en-US" sz="6600" b="1">
                <a:solidFill>
                  <a:schemeClr val="bg1"/>
                </a:solidFill>
                <a:latin typeface="Observatório Nacional Sans Blac" pitchFamily="50" charset="0"/>
                <a:ea typeface="Observatório Nacional Sans Blac" pitchFamily="50" charset="0"/>
              </a:rPr>
              <a:t> o </a:t>
            </a:r>
            <a:r>
              <a:rPr lang="en-US" sz="6600" b="1" err="1">
                <a:solidFill>
                  <a:schemeClr val="bg1"/>
                </a:solidFill>
                <a:latin typeface="Observatório Nacional Sans Blac" pitchFamily="50" charset="0"/>
                <a:ea typeface="Observatório Nacional Sans Blac" pitchFamily="50" charset="0"/>
              </a:rPr>
              <a:t>momento</a:t>
            </a:r>
            <a:endParaRPr lang="pt-BR" sz="6600" b="1">
              <a:solidFill>
                <a:schemeClr val="bg1"/>
              </a:solidFill>
              <a:latin typeface="Observatório Nacional Sans Blac" pitchFamily="50" charset="0"/>
              <a:ea typeface="Observatório Nacional Sans Blac" pitchFamily="50" charset="0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49BEF4A6-C5A4-3E78-0C9F-43C858904A14}"/>
              </a:ext>
            </a:extLst>
          </p:cNvPr>
          <p:cNvGrpSpPr/>
          <p:nvPr/>
        </p:nvGrpSpPr>
        <p:grpSpPr>
          <a:xfrm>
            <a:off x="7996471" y="6166465"/>
            <a:ext cx="12645104" cy="1446550"/>
            <a:chOff x="2376901" y="3721361"/>
            <a:chExt cx="4029665" cy="1028628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3A8B90CC-CC11-BBC5-F52A-A0198819714A}"/>
                </a:ext>
              </a:extLst>
            </p:cNvPr>
            <p:cNvSpPr txBox="1"/>
            <p:nvPr/>
          </p:nvSpPr>
          <p:spPr>
            <a:xfrm>
              <a:off x="2376901" y="3721361"/>
              <a:ext cx="808954" cy="1028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>
                <a:spcBef>
                  <a:spcPts val="1000"/>
                </a:spcBef>
                <a:buClr>
                  <a:srgbClr val="000000"/>
                </a:buClr>
                <a:buSzPct val="100000"/>
              </a:pPr>
              <a:r>
                <a:rPr lang="pt-BR" sz="8800" b="1">
                  <a:solidFill>
                    <a:srgbClr val="FDAD27"/>
                  </a:solidFill>
                  <a:latin typeface="Observatório Nacional Sans" charset="0"/>
                  <a:ea typeface="Observatório Nacional Sans" charset="0"/>
                </a:rPr>
                <a:t>26</a:t>
              </a:r>
              <a:endParaRPr lang="pt-BR" sz="8800" b="1">
                <a:solidFill>
                  <a:srgbClr val="FDAD27"/>
                </a:solidFill>
                <a:latin typeface="Observatório Nacional Sans" charset="0"/>
                <a:ea typeface="Observatório Nacional Sans" charset="0"/>
                <a:sym typeface="Arial"/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4A2E35DB-B092-8747-D07E-C38CC1BC23A9}"/>
                </a:ext>
              </a:extLst>
            </p:cNvPr>
            <p:cNvSpPr txBox="1"/>
            <p:nvPr/>
          </p:nvSpPr>
          <p:spPr>
            <a:xfrm>
              <a:off x="3020584" y="3901659"/>
              <a:ext cx="3385982" cy="7222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0" b="1" err="1">
                  <a:solidFill>
                    <a:schemeClr val="bg1"/>
                  </a:solidFill>
                  <a:latin typeface="Observatório Nacional Sans SmBd" pitchFamily="50" charset="0"/>
                  <a:ea typeface="Observatório Nacional Sans SmBd" pitchFamily="50" charset="0"/>
                </a:rPr>
                <a:t>Observatórios</a:t>
              </a:r>
              <a:endParaRPr lang="en-US" sz="6000" b="1">
                <a:solidFill>
                  <a:schemeClr val="bg1"/>
                </a:solidFill>
                <a:latin typeface="Observatório Nacional Sans SmBd" pitchFamily="50" charset="0"/>
                <a:ea typeface="Observatório Nacional Sans SmBd" pitchFamily="50" charset="0"/>
              </a:endParaRPr>
            </a:p>
          </p:txBody>
        </p:sp>
      </p:grp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630EBA2B-0240-C3FA-155E-0B8AE24A5C7B}"/>
              </a:ext>
            </a:extLst>
          </p:cNvPr>
          <p:cNvSpPr/>
          <p:nvPr/>
        </p:nvSpPr>
        <p:spPr>
          <a:xfrm>
            <a:off x="5875858" y="7641819"/>
            <a:ext cx="12080689" cy="12009790"/>
          </a:xfrm>
          <a:custGeom>
            <a:avLst/>
            <a:gdLst>
              <a:gd name="connsiteX0" fmla="*/ 12048103 w 12080689"/>
              <a:gd name="connsiteY0" fmla="*/ 4312077 h 12009790"/>
              <a:gd name="connsiteX1" fmla="*/ 12066123 w 12080689"/>
              <a:gd name="connsiteY1" fmla="*/ 4187634 h 12009790"/>
              <a:gd name="connsiteX2" fmla="*/ 12066123 w 12080689"/>
              <a:gd name="connsiteY2" fmla="*/ 4187634 h 12009790"/>
              <a:gd name="connsiteX3" fmla="*/ 12022703 w 12080689"/>
              <a:gd name="connsiteY3" fmla="*/ 3847509 h 12009790"/>
              <a:gd name="connsiteX4" fmla="*/ 11996310 w 12080689"/>
              <a:gd name="connsiteY4" fmla="*/ 3536048 h 12009790"/>
              <a:gd name="connsiteX5" fmla="*/ 11776939 w 12080689"/>
              <a:gd name="connsiteY5" fmla="*/ 3371590 h 12009790"/>
              <a:gd name="connsiteX6" fmla="*/ 11649801 w 12080689"/>
              <a:gd name="connsiteY6" fmla="*/ 3371590 h 12009790"/>
              <a:gd name="connsiteX7" fmla="*/ 11471863 w 12080689"/>
              <a:gd name="connsiteY7" fmla="*/ 3354704 h 12009790"/>
              <a:gd name="connsiteX8" fmla="*/ 11321595 w 12080689"/>
              <a:gd name="connsiteY8" fmla="*/ 3298230 h 12009790"/>
              <a:gd name="connsiteX9" fmla="*/ 11292365 w 12080689"/>
              <a:gd name="connsiteY9" fmla="*/ 3328454 h 12009790"/>
              <a:gd name="connsiteX10" fmla="*/ 11310953 w 12080689"/>
              <a:gd name="connsiteY10" fmla="*/ 3295392 h 12009790"/>
              <a:gd name="connsiteX11" fmla="*/ 11092575 w 12080689"/>
              <a:gd name="connsiteY11" fmla="*/ 3069494 h 12009790"/>
              <a:gd name="connsiteX12" fmla="*/ 10811054 w 12080689"/>
              <a:gd name="connsiteY12" fmla="*/ 2795492 h 12009790"/>
              <a:gd name="connsiteX13" fmla="*/ 10565290 w 12080689"/>
              <a:gd name="connsiteY13" fmla="*/ 2676867 h 12009790"/>
              <a:gd name="connsiteX14" fmla="*/ 10077310 w 12080689"/>
              <a:gd name="connsiteY14" fmla="*/ 2603224 h 12009790"/>
              <a:gd name="connsiteX15" fmla="*/ 10077310 w 12080689"/>
              <a:gd name="connsiteY15" fmla="*/ 2603224 h 12009790"/>
              <a:gd name="connsiteX16" fmla="*/ 9961664 w 12080689"/>
              <a:gd name="connsiteY16" fmla="*/ 2592723 h 12009790"/>
              <a:gd name="connsiteX17" fmla="*/ 9955705 w 12080689"/>
              <a:gd name="connsiteY17" fmla="*/ 2597831 h 12009790"/>
              <a:gd name="connsiteX18" fmla="*/ 9963651 w 12080689"/>
              <a:gd name="connsiteY18" fmla="*/ 2584635 h 12009790"/>
              <a:gd name="connsiteX19" fmla="*/ 9921366 w 12080689"/>
              <a:gd name="connsiteY19" fmla="*/ 2541357 h 12009790"/>
              <a:gd name="connsiteX20" fmla="*/ 9319727 w 12080689"/>
              <a:gd name="connsiteY20" fmla="*/ 2431246 h 12009790"/>
              <a:gd name="connsiteX21" fmla="*/ 9218130 w 12080689"/>
              <a:gd name="connsiteY21" fmla="*/ 2541357 h 12009790"/>
              <a:gd name="connsiteX22" fmla="*/ 9158817 w 12080689"/>
              <a:gd name="connsiteY22" fmla="*/ 2473531 h 12009790"/>
              <a:gd name="connsiteX23" fmla="*/ 9116532 w 12080689"/>
              <a:gd name="connsiteY23" fmla="*/ 2626069 h 12009790"/>
              <a:gd name="connsiteX24" fmla="*/ 9014793 w 12080689"/>
              <a:gd name="connsiteY24" fmla="*/ 2693895 h 12009790"/>
              <a:gd name="connsiteX25" fmla="*/ 9116532 w 12080689"/>
              <a:gd name="connsiteY25" fmla="*/ 2431246 h 12009790"/>
              <a:gd name="connsiteX26" fmla="*/ 9125046 w 12080689"/>
              <a:gd name="connsiteY26" fmla="*/ 2380447 h 12009790"/>
              <a:gd name="connsiteX27" fmla="*/ 9023306 w 12080689"/>
              <a:gd name="connsiteY27" fmla="*/ 2422874 h 12009790"/>
              <a:gd name="connsiteX28" fmla="*/ 9082619 w 12080689"/>
              <a:gd name="connsiteY28" fmla="*/ 2304249 h 12009790"/>
              <a:gd name="connsiteX29" fmla="*/ 8862396 w 12080689"/>
              <a:gd name="connsiteY29" fmla="*/ 2134825 h 12009790"/>
              <a:gd name="connsiteX30" fmla="*/ 8870910 w 12080689"/>
              <a:gd name="connsiteY30" fmla="*/ 2253450 h 12009790"/>
              <a:gd name="connsiteX31" fmla="*/ 8803084 w 12080689"/>
              <a:gd name="connsiteY31" fmla="*/ 2092540 h 12009790"/>
              <a:gd name="connsiteX32" fmla="*/ 8752285 w 12080689"/>
              <a:gd name="connsiteY32" fmla="*/ 2050113 h 12009790"/>
              <a:gd name="connsiteX33" fmla="*/ 8609680 w 12080689"/>
              <a:gd name="connsiteY33" fmla="*/ 2010950 h 12009790"/>
              <a:gd name="connsiteX34" fmla="*/ 8548806 w 12080689"/>
              <a:gd name="connsiteY34" fmla="*/ 2007686 h 12009790"/>
              <a:gd name="connsiteX35" fmla="*/ 8540292 w 12080689"/>
              <a:gd name="connsiteY35" fmla="*/ 1999172 h 12009790"/>
              <a:gd name="connsiteX36" fmla="*/ 8540292 w 12080689"/>
              <a:gd name="connsiteY36" fmla="*/ 1973773 h 12009790"/>
              <a:gd name="connsiteX37" fmla="*/ 8455581 w 12080689"/>
              <a:gd name="connsiteY37" fmla="*/ 1973773 h 12009790"/>
              <a:gd name="connsiteX38" fmla="*/ 8421668 w 12080689"/>
              <a:gd name="connsiteY38" fmla="*/ 1922974 h 12009790"/>
              <a:gd name="connsiteX39" fmla="*/ 8252244 w 12080689"/>
              <a:gd name="connsiteY39" fmla="*/ 1855148 h 12009790"/>
              <a:gd name="connsiteX40" fmla="*/ 8176046 w 12080689"/>
              <a:gd name="connsiteY40" fmla="*/ 1829748 h 12009790"/>
              <a:gd name="connsiteX41" fmla="*/ 8108219 w 12080689"/>
              <a:gd name="connsiteY41" fmla="*/ 1872034 h 12009790"/>
              <a:gd name="connsiteX42" fmla="*/ 8108219 w 12080689"/>
              <a:gd name="connsiteY42" fmla="*/ 1855148 h 12009790"/>
              <a:gd name="connsiteX43" fmla="*/ 7989594 w 12080689"/>
              <a:gd name="connsiteY43" fmla="*/ 1880547 h 12009790"/>
              <a:gd name="connsiteX44" fmla="*/ 7981081 w 12080689"/>
              <a:gd name="connsiteY44" fmla="*/ 1872034 h 12009790"/>
              <a:gd name="connsiteX45" fmla="*/ 7811657 w 12080689"/>
              <a:gd name="connsiteY45" fmla="*/ 2117797 h 12009790"/>
              <a:gd name="connsiteX46" fmla="*/ 7472810 w 12080689"/>
              <a:gd name="connsiteY46" fmla="*/ 2244936 h 12009790"/>
              <a:gd name="connsiteX47" fmla="*/ 7277986 w 12080689"/>
              <a:gd name="connsiteY47" fmla="*/ 2236422 h 12009790"/>
              <a:gd name="connsiteX48" fmla="*/ 7097353 w 12080689"/>
              <a:gd name="connsiteY48" fmla="*/ 2119926 h 12009790"/>
              <a:gd name="connsiteX49" fmla="*/ 7015337 w 12080689"/>
              <a:gd name="connsiteY49" fmla="*/ 1982287 h 12009790"/>
              <a:gd name="connsiteX50" fmla="*/ 7023851 w 12080689"/>
              <a:gd name="connsiteY50" fmla="*/ 1838262 h 12009790"/>
              <a:gd name="connsiteX51" fmla="*/ 6977734 w 12080689"/>
              <a:gd name="connsiteY51" fmla="*/ 1804349 h 12009790"/>
              <a:gd name="connsiteX52" fmla="*/ 6972910 w 12080689"/>
              <a:gd name="connsiteY52" fmla="*/ 1795977 h 12009790"/>
              <a:gd name="connsiteX53" fmla="*/ 7422011 w 12080689"/>
              <a:gd name="connsiteY53" fmla="*/ 1219880 h 12009790"/>
              <a:gd name="connsiteX54" fmla="*/ 7204484 w 12080689"/>
              <a:gd name="connsiteY54" fmla="*/ 1020942 h 12009790"/>
              <a:gd name="connsiteX55" fmla="*/ 7042865 w 12080689"/>
              <a:gd name="connsiteY55" fmla="*/ 442432 h 12009790"/>
              <a:gd name="connsiteX56" fmla="*/ 6939139 w 12080689"/>
              <a:gd name="connsiteY56" fmla="*/ 321820 h 12009790"/>
              <a:gd name="connsiteX57" fmla="*/ 6761201 w 12080689"/>
              <a:gd name="connsiteY57" fmla="*/ 508271 h 12009790"/>
              <a:gd name="connsiteX58" fmla="*/ 6532465 w 12080689"/>
              <a:gd name="connsiteY58" fmla="*/ 940345 h 12009790"/>
              <a:gd name="connsiteX59" fmla="*/ 6185104 w 12080689"/>
              <a:gd name="connsiteY59" fmla="*/ 982771 h 12009790"/>
              <a:gd name="connsiteX60" fmla="*/ 5919332 w 12080689"/>
              <a:gd name="connsiteY60" fmla="*/ 889688 h 12009790"/>
              <a:gd name="connsiteX61" fmla="*/ 5919332 w 12080689"/>
              <a:gd name="connsiteY61" fmla="*/ 889688 h 12009790"/>
              <a:gd name="connsiteX62" fmla="*/ 5854628 w 12080689"/>
              <a:gd name="connsiteY62" fmla="*/ 838747 h 12009790"/>
              <a:gd name="connsiteX63" fmla="*/ 5676690 w 12080689"/>
              <a:gd name="connsiteY63" fmla="*/ 881174 h 12009790"/>
              <a:gd name="connsiteX64" fmla="*/ 5549552 w 12080689"/>
              <a:gd name="connsiteY64" fmla="*/ 881174 h 12009790"/>
              <a:gd name="connsiteX65" fmla="*/ 5566579 w 12080689"/>
              <a:gd name="connsiteY65" fmla="*/ 1016685 h 12009790"/>
              <a:gd name="connsiteX66" fmla="*/ 5295416 w 12080689"/>
              <a:gd name="connsiteY66" fmla="*/ 1016685 h 12009790"/>
              <a:gd name="connsiteX67" fmla="*/ 5270016 w 12080689"/>
              <a:gd name="connsiteY67" fmla="*/ 991285 h 12009790"/>
              <a:gd name="connsiteX68" fmla="*/ 4653620 w 12080689"/>
              <a:gd name="connsiteY68" fmla="*/ 1228251 h 12009790"/>
              <a:gd name="connsiteX69" fmla="*/ 4646100 w 12080689"/>
              <a:gd name="connsiteY69" fmla="*/ 1234353 h 12009790"/>
              <a:gd name="connsiteX70" fmla="*/ 4645674 w 12080689"/>
              <a:gd name="connsiteY70" fmla="*/ 1228393 h 12009790"/>
              <a:gd name="connsiteX71" fmla="*/ 4346558 w 12080689"/>
              <a:gd name="connsiteY71" fmla="*/ 881032 h 12009790"/>
              <a:gd name="connsiteX72" fmla="*/ 4338044 w 12080689"/>
              <a:gd name="connsiteY72" fmla="*/ 508271 h 12009790"/>
              <a:gd name="connsiteX73" fmla="*/ 4465182 w 12080689"/>
              <a:gd name="connsiteY73" fmla="*/ 347361 h 12009790"/>
              <a:gd name="connsiteX74" fmla="*/ 4414384 w 12080689"/>
              <a:gd name="connsiteY74" fmla="*/ 254136 h 12009790"/>
              <a:gd name="connsiteX75" fmla="*/ 4287245 w 12080689"/>
              <a:gd name="connsiteY75" fmla="*/ 0 h 12009790"/>
              <a:gd name="connsiteX76" fmla="*/ 4132436 w 12080689"/>
              <a:gd name="connsiteY76" fmla="*/ 35616 h 12009790"/>
              <a:gd name="connsiteX77" fmla="*/ 4132436 w 12080689"/>
              <a:gd name="connsiteY77" fmla="*/ 86131 h 12009790"/>
              <a:gd name="connsiteX78" fmla="*/ 3577197 w 12080689"/>
              <a:gd name="connsiteY78" fmla="*/ 338564 h 12009790"/>
              <a:gd name="connsiteX79" fmla="*/ 3375279 w 12080689"/>
              <a:gd name="connsiteY79" fmla="*/ 414336 h 12009790"/>
              <a:gd name="connsiteX80" fmla="*/ 3299649 w 12080689"/>
              <a:gd name="connsiteY80" fmla="*/ 363821 h 12009790"/>
              <a:gd name="connsiteX81" fmla="*/ 3173503 w 12080689"/>
              <a:gd name="connsiteY81" fmla="*/ 351193 h 12009790"/>
              <a:gd name="connsiteX82" fmla="*/ 3022100 w 12080689"/>
              <a:gd name="connsiteY82" fmla="*/ 275420 h 12009790"/>
              <a:gd name="connsiteX83" fmla="*/ 2858069 w 12080689"/>
              <a:gd name="connsiteY83" fmla="*/ 262791 h 12009790"/>
              <a:gd name="connsiteX84" fmla="*/ 3009472 w 12080689"/>
              <a:gd name="connsiteY84" fmla="*/ 401566 h 12009790"/>
              <a:gd name="connsiteX85" fmla="*/ 2971585 w 12080689"/>
              <a:gd name="connsiteY85" fmla="*/ 552969 h 12009790"/>
              <a:gd name="connsiteX86" fmla="*/ 2946328 w 12080689"/>
              <a:gd name="connsiteY86" fmla="*/ 792773 h 12009790"/>
              <a:gd name="connsiteX87" fmla="*/ 3222741 w 12080689"/>
              <a:gd name="connsiteY87" fmla="*/ 923175 h 12009790"/>
              <a:gd name="connsiteX88" fmla="*/ 3226431 w 12080689"/>
              <a:gd name="connsiteY88" fmla="*/ 924878 h 12009790"/>
              <a:gd name="connsiteX89" fmla="*/ 3185990 w 12080689"/>
              <a:gd name="connsiteY89" fmla="*/ 931547 h 12009790"/>
              <a:gd name="connsiteX90" fmla="*/ 3135475 w 12080689"/>
              <a:gd name="connsiteY90" fmla="*/ 944176 h 12009790"/>
              <a:gd name="connsiteX91" fmla="*/ 2984072 w 12080689"/>
              <a:gd name="connsiteY91" fmla="*/ 1158723 h 12009790"/>
              <a:gd name="connsiteX92" fmla="*/ 2769525 w 12080689"/>
              <a:gd name="connsiteY92" fmla="*/ 1247124 h 12009790"/>
              <a:gd name="connsiteX93" fmla="*/ 2630751 w 12080689"/>
              <a:gd name="connsiteY93" fmla="*/ 1310267 h 12009790"/>
              <a:gd name="connsiteX94" fmla="*/ 2567608 w 12080689"/>
              <a:gd name="connsiteY94" fmla="*/ 1322896 h 12009790"/>
              <a:gd name="connsiteX95" fmla="*/ 2542350 w 12080689"/>
              <a:gd name="connsiteY95" fmla="*/ 1247124 h 12009790"/>
              <a:gd name="connsiteX96" fmla="*/ 2479206 w 12080689"/>
              <a:gd name="connsiteY96" fmla="*/ 1259752 h 12009790"/>
              <a:gd name="connsiteX97" fmla="*/ 2315175 w 12080689"/>
              <a:gd name="connsiteY97" fmla="*/ 1310267 h 12009790"/>
              <a:gd name="connsiteX98" fmla="*/ 2226915 w 12080689"/>
              <a:gd name="connsiteY98" fmla="*/ 1221866 h 12009790"/>
              <a:gd name="connsiteX99" fmla="*/ 2201658 w 12080689"/>
              <a:gd name="connsiteY99" fmla="*/ 1221866 h 12009790"/>
              <a:gd name="connsiteX100" fmla="*/ 2151143 w 12080689"/>
              <a:gd name="connsiteY100" fmla="*/ 1196609 h 12009790"/>
              <a:gd name="connsiteX101" fmla="*/ 2075370 w 12080689"/>
              <a:gd name="connsiteY101" fmla="*/ 1183980 h 12009790"/>
              <a:gd name="connsiteX102" fmla="*/ 2075370 w 12080689"/>
              <a:gd name="connsiteY102" fmla="*/ 1032577 h 12009790"/>
              <a:gd name="connsiteX103" fmla="*/ 2024855 w 12080689"/>
              <a:gd name="connsiteY103" fmla="*/ 931689 h 12009790"/>
              <a:gd name="connsiteX104" fmla="*/ 1999598 w 12080689"/>
              <a:gd name="connsiteY104" fmla="*/ 906432 h 12009790"/>
              <a:gd name="connsiteX105" fmla="*/ 1974341 w 12080689"/>
              <a:gd name="connsiteY105" fmla="*/ 906432 h 12009790"/>
              <a:gd name="connsiteX106" fmla="*/ 1785051 w 12080689"/>
              <a:gd name="connsiteY106" fmla="*/ 982204 h 12009790"/>
              <a:gd name="connsiteX107" fmla="*/ 1785051 w 12080689"/>
              <a:gd name="connsiteY107" fmla="*/ 931689 h 12009790"/>
              <a:gd name="connsiteX108" fmla="*/ 1721908 w 12080689"/>
              <a:gd name="connsiteY108" fmla="*/ 931689 h 12009790"/>
              <a:gd name="connsiteX109" fmla="*/ 1267557 w 12080689"/>
              <a:gd name="connsiteY109" fmla="*/ 1020090 h 12009790"/>
              <a:gd name="connsiteX110" fmla="*/ 1267557 w 12080689"/>
              <a:gd name="connsiteY110" fmla="*/ 1057976 h 12009790"/>
              <a:gd name="connsiteX111" fmla="*/ 1254928 w 12080689"/>
              <a:gd name="connsiteY111" fmla="*/ 1209379 h 12009790"/>
              <a:gd name="connsiteX112" fmla="*/ 1318072 w 12080689"/>
              <a:gd name="connsiteY112" fmla="*/ 1209379 h 12009790"/>
              <a:gd name="connsiteX113" fmla="*/ 1381215 w 12080689"/>
              <a:gd name="connsiteY113" fmla="*/ 1272523 h 12009790"/>
              <a:gd name="connsiteX114" fmla="*/ 1381215 w 12080689"/>
              <a:gd name="connsiteY114" fmla="*/ 1373411 h 12009790"/>
              <a:gd name="connsiteX115" fmla="*/ 1318072 w 12080689"/>
              <a:gd name="connsiteY115" fmla="*/ 1322896 h 12009790"/>
              <a:gd name="connsiteX116" fmla="*/ 1280185 w 12080689"/>
              <a:gd name="connsiteY116" fmla="*/ 1322896 h 12009790"/>
              <a:gd name="connsiteX117" fmla="*/ 1280185 w 12080689"/>
              <a:gd name="connsiteY117" fmla="*/ 1360782 h 12009790"/>
              <a:gd name="connsiteX118" fmla="*/ 1229671 w 12080689"/>
              <a:gd name="connsiteY118" fmla="*/ 1360782 h 12009790"/>
              <a:gd name="connsiteX119" fmla="*/ 1179156 w 12080689"/>
              <a:gd name="connsiteY119" fmla="*/ 1688846 h 12009790"/>
              <a:gd name="connsiteX120" fmla="*/ 1229671 w 12080689"/>
              <a:gd name="connsiteY120" fmla="*/ 1714103 h 12009790"/>
              <a:gd name="connsiteX121" fmla="*/ 1242299 w 12080689"/>
              <a:gd name="connsiteY121" fmla="*/ 1726732 h 12009790"/>
              <a:gd name="connsiteX122" fmla="*/ 1242299 w 12080689"/>
              <a:gd name="connsiteY122" fmla="*/ 1815133 h 12009790"/>
              <a:gd name="connsiteX123" fmla="*/ 1305443 w 12080689"/>
              <a:gd name="connsiteY123" fmla="*/ 1878277 h 12009790"/>
              <a:gd name="connsiteX124" fmla="*/ 1166669 w 12080689"/>
              <a:gd name="connsiteY124" fmla="*/ 2786837 h 12009790"/>
              <a:gd name="connsiteX125" fmla="*/ 1053152 w 12080689"/>
              <a:gd name="connsiteY125" fmla="*/ 2938240 h 12009790"/>
              <a:gd name="connsiteX126" fmla="*/ 863863 w 12080689"/>
              <a:gd name="connsiteY126" fmla="*/ 2900354 h 12009790"/>
              <a:gd name="connsiteX127" fmla="*/ 661945 w 12080689"/>
              <a:gd name="connsiteY127" fmla="*/ 3001242 h 12009790"/>
              <a:gd name="connsiteX128" fmla="*/ 523170 w 12080689"/>
              <a:gd name="connsiteY128" fmla="*/ 3026499 h 12009790"/>
              <a:gd name="connsiteX129" fmla="*/ 427107 w 12080689"/>
              <a:gd name="connsiteY129" fmla="*/ 3161442 h 12009790"/>
              <a:gd name="connsiteX130" fmla="*/ 283508 w 12080689"/>
              <a:gd name="connsiteY130" fmla="*/ 3241046 h 12009790"/>
              <a:gd name="connsiteX131" fmla="*/ 182478 w 12080689"/>
              <a:gd name="connsiteY131" fmla="*/ 3455593 h 12009790"/>
              <a:gd name="connsiteX132" fmla="*/ 186309 w 12080689"/>
              <a:gd name="connsiteY132" fmla="*/ 3694262 h 12009790"/>
              <a:gd name="connsiteX133" fmla="*/ 135511 w 12080689"/>
              <a:gd name="connsiteY133" fmla="*/ 3728175 h 12009790"/>
              <a:gd name="connsiteX134" fmla="*/ 0 w 12080689"/>
              <a:gd name="connsiteY134" fmla="*/ 3829914 h 12009790"/>
              <a:gd name="connsiteX135" fmla="*/ 14331 w 12080689"/>
              <a:gd name="connsiteY135" fmla="*/ 3853895 h 12009790"/>
              <a:gd name="connsiteX136" fmla="*/ 0 w 12080689"/>
              <a:gd name="connsiteY136" fmla="*/ 3846090 h 12009790"/>
              <a:gd name="connsiteX137" fmla="*/ 148565 w 12080689"/>
              <a:gd name="connsiteY137" fmla="*/ 4332510 h 12009790"/>
              <a:gd name="connsiteX138" fmla="*/ 220364 w 12080689"/>
              <a:gd name="connsiteY138" fmla="*/ 4592321 h 12009790"/>
              <a:gd name="connsiteX139" fmla="*/ 228878 w 12080689"/>
              <a:gd name="connsiteY139" fmla="*/ 4600835 h 12009790"/>
              <a:gd name="connsiteX140" fmla="*/ 533955 w 12080689"/>
              <a:gd name="connsiteY140" fmla="*/ 4795658 h 12009790"/>
              <a:gd name="connsiteX141" fmla="*/ 864430 w 12080689"/>
              <a:gd name="connsiteY141" fmla="*/ 4770259 h 12009790"/>
              <a:gd name="connsiteX142" fmla="*/ 1008455 w 12080689"/>
              <a:gd name="connsiteY142" fmla="*/ 4592321 h 12009790"/>
              <a:gd name="connsiteX143" fmla="*/ 1033854 w 12080689"/>
              <a:gd name="connsiteY143" fmla="*/ 4982110 h 12009790"/>
              <a:gd name="connsiteX144" fmla="*/ 1042368 w 12080689"/>
              <a:gd name="connsiteY144" fmla="*/ 5041422 h 12009790"/>
              <a:gd name="connsiteX145" fmla="*/ 1194906 w 12080689"/>
              <a:gd name="connsiteY145" fmla="*/ 5092221 h 12009790"/>
              <a:gd name="connsiteX146" fmla="*/ 1372844 w 12080689"/>
              <a:gd name="connsiteY146" fmla="*/ 5058308 h 12009790"/>
              <a:gd name="connsiteX147" fmla="*/ 1669406 w 12080689"/>
              <a:gd name="connsiteY147" fmla="*/ 5134506 h 12009790"/>
              <a:gd name="connsiteX148" fmla="*/ 2262531 w 12080689"/>
              <a:gd name="connsiteY148" fmla="*/ 4727832 h 12009790"/>
              <a:gd name="connsiteX149" fmla="*/ 2267782 w 12080689"/>
              <a:gd name="connsiteY149" fmla="*/ 4726555 h 12009790"/>
              <a:gd name="connsiteX150" fmla="*/ 2467571 w 12080689"/>
              <a:gd name="connsiteY150" fmla="*/ 4694770 h 12009790"/>
              <a:gd name="connsiteX151" fmla="*/ 2575979 w 12080689"/>
              <a:gd name="connsiteY151" fmla="*/ 4693919 h 12009790"/>
              <a:gd name="connsiteX152" fmla="*/ 2800601 w 12080689"/>
              <a:gd name="connsiteY152" fmla="*/ 5408933 h 12009790"/>
              <a:gd name="connsiteX153" fmla="*/ 3101278 w 12080689"/>
              <a:gd name="connsiteY153" fmla="*/ 5532808 h 12009790"/>
              <a:gd name="connsiteX154" fmla="*/ 4024737 w 12080689"/>
              <a:gd name="connsiteY154" fmla="*/ 5863283 h 12009790"/>
              <a:gd name="connsiteX155" fmla="*/ 4040771 w 12080689"/>
              <a:gd name="connsiteY155" fmla="*/ 5887831 h 12009790"/>
              <a:gd name="connsiteX156" fmla="*/ 4185789 w 12080689"/>
              <a:gd name="connsiteY156" fmla="*/ 6202131 h 12009790"/>
              <a:gd name="connsiteX157" fmla="*/ 4185789 w 12080689"/>
              <a:gd name="connsiteY157" fmla="*/ 6329270 h 12009790"/>
              <a:gd name="connsiteX158" fmla="*/ 4101077 w 12080689"/>
              <a:gd name="connsiteY158" fmla="*/ 6329270 h 12009790"/>
              <a:gd name="connsiteX159" fmla="*/ 4219703 w 12080689"/>
              <a:gd name="connsiteY159" fmla="*/ 6490180 h 12009790"/>
              <a:gd name="connsiteX160" fmla="*/ 4219703 w 12080689"/>
              <a:gd name="connsiteY160" fmla="*/ 6676631 h 12009790"/>
              <a:gd name="connsiteX161" fmla="*/ 4795800 w 12080689"/>
              <a:gd name="connsiteY161" fmla="*/ 6710544 h 12009790"/>
              <a:gd name="connsiteX162" fmla="*/ 4804314 w 12080689"/>
              <a:gd name="connsiteY162" fmla="*/ 6719058 h 12009790"/>
              <a:gd name="connsiteX163" fmla="*/ 4753515 w 12080689"/>
              <a:gd name="connsiteY163" fmla="*/ 6837683 h 12009790"/>
              <a:gd name="connsiteX164" fmla="*/ 4933581 w 12080689"/>
              <a:gd name="connsiteY164" fmla="*/ 7061595 h 12009790"/>
              <a:gd name="connsiteX165" fmla="*/ 4999137 w 12080689"/>
              <a:gd name="connsiteY165" fmla="*/ 7430808 h 12009790"/>
              <a:gd name="connsiteX166" fmla="*/ 4868025 w 12080689"/>
              <a:gd name="connsiteY166" fmla="*/ 7702681 h 12009790"/>
              <a:gd name="connsiteX167" fmla="*/ 4914425 w 12080689"/>
              <a:gd name="connsiteY167" fmla="*/ 8074732 h 12009790"/>
              <a:gd name="connsiteX168" fmla="*/ 4889026 w 12080689"/>
              <a:gd name="connsiteY168" fmla="*/ 8303469 h 12009790"/>
              <a:gd name="connsiteX169" fmla="*/ 4897539 w 12080689"/>
              <a:gd name="connsiteY169" fmla="*/ 8515319 h 12009790"/>
              <a:gd name="connsiteX170" fmla="*/ 5338127 w 12080689"/>
              <a:gd name="connsiteY170" fmla="*/ 8532347 h 12009790"/>
              <a:gd name="connsiteX171" fmla="*/ 5549977 w 12080689"/>
              <a:gd name="connsiteY171" fmla="*/ 8625572 h 12009790"/>
              <a:gd name="connsiteX172" fmla="*/ 5694285 w 12080689"/>
              <a:gd name="connsiteY172" fmla="*/ 9016921 h 12009790"/>
              <a:gd name="connsiteX173" fmla="*/ 5863425 w 12080689"/>
              <a:gd name="connsiteY173" fmla="*/ 8989961 h 12009790"/>
              <a:gd name="connsiteX174" fmla="*/ 5936786 w 12080689"/>
              <a:gd name="connsiteY174" fmla="*/ 9083045 h 12009790"/>
              <a:gd name="connsiteX175" fmla="*/ 5863425 w 12080689"/>
              <a:gd name="connsiteY175" fmla="*/ 9532287 h 12009790"/>
              <a:gd name="connsiteX176" fmla="*/ 6083648 w 12080689"/>
              <a:gd name="connsiteY176" fmla="*/ 9608485 h 12009790"/>
              <a:gd name="connsiteX177" fmla="*/ 6126075 w 12080689"/>
              <a:gd name="connsiteY177" fmla="*/ 9743996 h 12009790"/>
              <a:gd name="connsiteX178" fmla="*/ 6155021 w 12080689"/>
              <a:gd name="connsiteY178" fmla="*/ 9794937 h 12009790"/>
              <a:gd name="connsiteX179" fmla="*/ 6134588 w 12080689"/>
              <a:gd name="connsiteY179" fmla="*/ 9837221 h 12009790"/>
              <a:gd name="connsiteX180" fmla="*/ 6100675 w 12080689"/>
              <a:gd name="connsiteY180" fmla="*/ 9938819 h 12009790"/>
              <a:gd name="connsiteX181" fmla="*/ 6113304 w 12080689"/>
              <a:gd name="connsiteY181" fmla="*/ 10059289 h 12009790"/>
              <a:gd name="connsiteX182" fmla="*/ 6113304 w 12080689"/>
              <a:gd name="connsiteY182" fmla="*/ 10059289 h 12009790"/>
              <a:gd name="connsiteX183" fmla="*/ 5566863 w 12080689"/>
              <a:gd name="connsiteY183" fmla="*/ 10421833 h 12009790"/>
              <a:gd name="connsiteX184" fmla="*/ 5329187 w 12080689"/>
              <a:gd name="connsiteY184" fmla="*/ 10777708 h 12009790"/>
              <a:gd name="connsiteX185" fmla="*/ 5092363 w 12080689"/>
              <a:gd name="connsiteY185" fmla="*/ 10955645 h 12009790"/>
              <a:gd name="connsiteX186" fmla="*/ 5451501 w 12080689"/>
              <a:gd name="connsiteY186" fmla="*/ 11172888 h 12009790"/>
              <a:gd name="connsiteX187" fmla="*/ 5524436 w 12080689"/>
              <a:gd name="connsiteY187" fmla="*/ 11285980 h 12009790"/>
              <a:gd name="connsiteX188" fmla="*/ 5914224 w 12080689"/>
              <a:gd name="connsiteY188" fmla="*/ 11438518 h 12009790"/>
              <a:gd name="connsiteX189" fmla="*/ 6024335 w 12080689"/>
              <a:gd name="connsiteY189" fmla="*/ 11565656 h 12009790"/>
              <a:gd name="connsiteX190" fmla="*/ 6151474 w 12080689"/>
              <a:gd name="connsiteY190" fmla="*/ 11768993 h 12009790"/>
              <a:gd name="connsiteX191" fmla="*/ 6354811 w 12080689"/>
              <a:gd name="connsiteY191" fmla="*/ 11616455 h 12009790"/>
              <a:gd name="connsiteX192" fmla="*/ 6380211 w 12080689"/>
              <a:gd name="connsiteY192" fmla="*/ 11718194 h 12009790"/>
              <a:gd name="connsiteX193" fmla="*/ 6261585 w 12080689"/>
              <a:gd name="connsiteY193" fmla="*/ 11794392 h 12009790"/>
              <a:gd name="connsiteX194" fmla="*/ 6172758 w 12080689"/>
              <a:gd name="connsiteY194" fmla="*/ 12009790 h 12009790"/>
              <a:gd name="connsiteX195" fmla="*/ 6473436 w 12080689"/>
              <a:gd name="connsiteY195" fmla="*/ 11641854 h 12009790"/>
              <a:gd name="connsiteX196" fmla="*/ 6688976 w 12080689"/>
              <a:gd name="connsiteY196" fmla="*/ 11194315 h 12009790"/>
              <a:gd name="connsiteX197" fmla="*/ 6947936 w 12080689"/>
              <a:gd name="connsiteY197" fmla="*/ 11031844 h 12009790"/>
              <a:gd name="connsiteX198" fmla="*/ 6723741 w 12080689"/>
              <a:gd name="connsiteY198" fmla="*/ 11350400 h 12009790"/>
              <a:gd name="connsiteX199" fmla="*/ 6552330 w 12080689"/>
              <a:gd name="connsiteY199" fmla="*/ 11544230 h 12009790"/>
              <a:gd name="connsiteX200" fmla="*/ 6544668 w 12080689"/>
              <a:gd name="connsiteY200" fmla="*/ 11665693 h 12009790"/>
              <a:gd name="connsiteX201" fmla="*/ 6778512 w 12080689"/>
              <a:gd name="connsiteY201" fmla="*/ 11404605 h 12009790"/>
              <a:gd name="connsiteX202" fmla="*/ 7041162 w 12080689"/>
              <a:gd name="connsiteY202" fmla="*/ 11040216 h 12009790"/>
              <a:gd name="connsiteX203" fmla="*/ 7235134 w 12080689"/>
              <a:gd name="connsiteY203" fmla="*/ 10720666 h 12009790"/>
              <a:gd name="connsiteX204" fmla="*/ 7213991 w 12080689"/>
              <a:gd name="connsiteY204" fmla="*/ 10722084 h 12009790"/>
              <a:gd name="connsiteX205" fmla="*/ 7236694 w 12080689"/>
              <a:gd name="connsiteY205" fmla="*/ 10718254 h 12009790"/>
              <a:gd name="connsiteX206" fmla="*/ 7261384 w 12080689"/>
              <a:gd name="connsiteY206" fmla="*/ 10675968 h 12009790"/>
              <a:gd name="connsiteX207" fmla="*/ 7515520 w 12080689"/>
              <a:gd name="connsiteY207" fmla="*/ 10413320 h 12009790"/>
              <a:gd name="connsiteX208" fmla="*/ 7515520 w 12080689"/>
              <a:gd name="connsiteY208" fmla="*/ 9972732 h 12009790"/>
              <a:gd name="connsiteX209" fmla="*/ 7540919 w 12080689"/>
              <a:gd name="connsiteY209" fmla="*/ 9777909 h 12009790"/>
              <a:gd name="connsiteX210" fmla="*/ 7550568 w 12080689"/>
              <a:gd name="connsiteY210" fmla="*/ 9716468 h 12009790"/>
              <a:gd name="connsiteX211" fmla="*/ 7553548 w 12080689"/>
              <a:gd name="connsiteY211" fmla="*/ 9716468 h 12009790"/>
              <a:gd name="connsiteX212" fmla="*/ 7532547 w 12080689"/>
              <a:gd name="connsiteY212" fmla="*/ 9566058 h 12009790"/>
              <a:gd name="connsiteX213" fmla="*/ 7634145 w 12080689"/>
              <a:gd name="connsiteY213" fmla="*/ 9540659 h 12009790"/>
              <a:gd name="connsiteX214" fmla="*/ 7706370 w 12080689"/>
              <a:gd name="connsiteY214" fmla="*/ 9492698 h 12009790"/>
              <a:gd name="connsiteX215" fmla="*/ 7727229 w 12080689"/>
              <a:gd name="connsiteY215" fmla="*/ 9455947 h 12009790"/>
              <a:gd name="connsiteX216" fmla="*/ 8627133 w 12080689"/>
              <a:gd name="connsiteY216" fmla="*/ 8935473 h 12009790"/>
              <a:gd name="connsiteX217" fmla="*/ 8845653 w 12080689"/>
              <a:gd name="connsiteY217" fmla="*/ 8956048 h 12009790"/>
              <a:gd name="connsiteX218" fmla="*/ 8862538 w 12080689"/>
              <a:gd name="connsiteY218" fmla="*/ 8930648 h 12009790"/>
              <a:gd name="connsiteX219" fmla="*/ 8769313 w 12080689"/>
              <a:gd name="connsiteY219" fmla="*/ 8930648 h 12009790"/>
              <a:gd name="connsiteX220" fmla="*/ 8769313 w 12080689"/>
              <a:gd name="connsiteY220" fmla="*/ 8879850 h 12009790"/>
              <a:gd name="connsiteX221" fmla="*/ 8955764 w 12080689"/>
              <a:gd name="connsiteY221" fmla="*/ 8871335 h 12009790"/>
              <a:gd name="connsiteX222" fmla="*/ 8904965 w 12080689"/>
              <a:gd name="connsiteY222" fmla="*/ 8913762 h 12009790"/>
              <a:gd name="connsiteX223" fmla="*/ 8904965 w 12080689"/>
              <a:gd name="connsiteY223" fmla="*/ 8930648 h 12009790"/>
              <a:gd name="connsiteX224" fmla="*/ 8989677 w 12080689"/>
              <a:gd name="connsiteY224" fmla="*/ 8930648 h 12009790"/>
              <a:gd name="connsiteX225" fmla="*/ 9193014 w 12080689"/>
              <a:gd name="connsiteY225" fmla="*/ 8829051 h 12009790"/>
              <a:gd name="connsiteX226" fmla="*/ 9193014 w 12080689"/>
              <a:gd name="connsiteY226" fmla="*/ 8905249 h 12009790"/>
              <a:gd name="connsiteX227" fmla="*/ 9514976 w 12080689"/>
              <a:gd name="connsiteY227" fmla="*/ 8871335 h 12009790"/>
              <a:gd name="connsiteX228" fmla="*/ 9514976 w 12080689"/>
              <a:gd name="connsiteY228" fmla="*/ 8820537 h 12009790"/>
              <a:gd name="connsiteX229" fmla="*/ 9794511 w 12080689"/>
              <a:gd name="connsiteY229" fmla="*/ 8701912 h 12009790"/>
              <a:gd name="connsiteX230" fmla="*/ 9834668 w 12080689"/>
              <a:gd name="connsiteY230" fmla="*/ 8473033 h 12009790"/>
              <a:gd name="connsiteX231" fmla="*/ 9963935 w 12080689"/>
              <a:gd name="connsiteY231" fmla="*/ 8295238 h 12009790"/>
              <a:gd name="connsiteX232" fmla="*/ 10091073 w 12080689"/>
              <a:gd name="connsiteY232" fmla="*/ 8168099 h 12009790"/>
              <a:gd name="connsiteX233" fmla="*/ 10277525 w 12080689"/>
              <a:gd name="connsiteY233" fmla="*/ 7829252 h 12009790"/>
              <a:gd name="connsiteX234" fmla="*/ 10286039 w 12080689"/>
              <a:gd name="connsiteY234" fmla="*/ 7596968 h 12009790"/>
              <a:gd name="connsiteX235" fmla="*/ 10480862 w 12080689"/>
              <a:gd name="connsiteY235" fmla="*/ 7261527 h 12009790"/>
              <a:gd name="connsiteX236" fmla="*/ 10623467 w 12080689"/>
              <a:gd name="connsiteY236" fmla="*/ 6649103 h 12009790"/>
              <a:gd name="connsiteX237" fmla="*/ 10709598 w 12080689"/>
              <a:gd name="connsiteY237" fmla="*/ 5880453 h 12009790"/>
              <a:gd name="connsiteX238" fmla="*/ 10667171 w 12080689"/>
              <a:gd name="connsiteY238" fmla="*/ 5761828 h 12009790"/>
              <a:gd name="connsiteX239" fmla="*/ 10785796 w 12080689"/>
              <a:gd name="connsiteY239" fmla="*/ 5761828 h 12009790"/>
              <a:gd name="connsiteX240" fmla="*/ 10743369 w 12080689"/>
              <a:gd name="connsiteY240" fmla="*/ 5880453 h 12009790"/>
              <a:gd name="connsiteX241" fmla="*/ 11147773 w 12080689"/>
              <a:gd name="connsiteY241" fmla="*/ 5442562 h 12009790"/>
              <a:gd name="connsiteX242" fmla="*/ 11147773 w 12080689"/>
              <a:gd name="connsiteY242" fmla="*/ 5442562 h 12009790"/>
              <a:gd name="connsiteX243" fmla="*/ 11472715 w 12080689"/>
              <a:gd name="connsiteY243" fmla="*/ 5085126 h 12009790"/>
              <a:gd name="connsiteX244" fmla="*/ 11658456 w 12080689"/>
              <a:gd name="connsiteY244" fmla="*/ 4906053 h 12009790"/>
              <a:gd name="connsiteX245" fmla="*/ 11878679 w 12080689"/>
              <a:gd name="connsiteY245" fmla="*/ 4668803 h 12009790"/>
              <a:gd name="connsiteX246" fmla="*/ 11906916 w 12080689"/>
              <a:gd name="connsiteY246" fmla="*/ 4609065 h 12009790"/>
              <a:gd name="connsiteX247" fmla="*/ 12048103 w 12080689"/>
              <a:gd name="connsiteY247" fmla="*/ 4312928 h 12009790"/>
              <a:gd name="connsiteX248" fmla="*/ 12048103 w 12080689"/>
              <a:gd name="connsiteY248" fmla="*/ 4312928 h 1200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12080689" h="12009790">
                <a:moveTo>
                  <a:pt x="12048103" y="4312077"/>
                </a:moveTo>
                <a:cubicBezTo>
                  <a:pt x="12060873" y="4312077"/>
                  <a:pt x="12065131" y="4251771"/>
                  <a:pt x="12066123" y="4187634"/>
                </a:cubicBezTo>
                <a:lnTo>
                  <a:pt x="12066123" y="4187634"/>
                </a:lnTo>
                <a:cubicBezTo>
                  <a:pt x="12104577" y="4063617"/>
                  <a:pt x="12058745" y="3879294"/>
                  <a:pt x="12022703" y="3847509"/>
                </a:cubicBezTo>
                <a:cubicBezTo>
                  <a:pt x="12021994" y="3818137"/>
                  <a:pt x="11996878" y="3536899"/>
                  <a:pt x="11996310" y="3536048"/>
                </a:cubicBezTo>
                <a:cubicBezTo>
                  <a:pt x="11965235" y="3478154"/>
                  <a:pt x="11833981" y="3390178"/>
                  <a:pt x="11776939" y="3371590"/>
                </a:cubicBezTo>
                <a:cubicBezTo>
                  <a:pt x="11758351" y="3365489"/>
                  <a:pt x="11661152" y="3371590"/>
                  <a:pt x="11649801" y="3371590"/>
                </a:cubicBezTo>
                <a:cubicBezTo>
                  <a:pt x="11649801" y="3380104"/>
                  <a:pt x="11471863" y="3400821"/>
                  <a:pt x="11471863" y="3354704"/>
                </a:cubicBezTo>
                <a:cubicBezTo>
                  <a:pt x="11469593" y="3354704"/>
                  <a:pt x="11350400" y="3306176"/>
                  <a:pt x="11321595" y="3298230"/>
                </a:cubicBezTo>
                <a:cubicBezTo>
                  <a:pt x="11312514" y="3307737"/>
                  <a:pt x="11302723" y="3317812"/>
                  <a:pt x="11292365" y="3328454"/>
                </a:cubicBezTo>
                <a:cubicBezTo>
                  <a:pt x="11309250" y="3309014"/>
                  <a:pt x="11316913" y="3296953"/>
                  <a:pt x="11310953" y="3295392"/>
                </a:cubicBezTo>
                <a:cubicBezTo>
                  <a:pt x="11310953" y="3230546"/>
                  <a:pt x="11144651" y="3128664"/>
                  <a:pt x="11092575" y="3069494"/>
                </a:cubicBezTo>
                <a:cubicBezTo>
                  <a:pt x="11024465" y="2991877"/>
                  <a:pt x="10907543" y="2795492"/>
                  <a:pt x="10811054" y="2795492"/>
                </a:cubicBezTo>
                <a:cubicBezTo>
                  <a:pt x="10811054" y="2782154"/>
                  <a:pt x="10567135" y="2676867"/>
                  <a:pt x="10565290" y="2676867"/>
                </a:cubicBezTo>
                <a:cubicBezTo>
                  <a:pt x="10565290" y="2565905"/>
                  <a:pt x="10168549" y="2609751"/>
                  <a:pt x="10077310" y="2603224"/>
                </a:cubicBezTo>
                <a:lnTo>
                  <a:pt x="10077310" y="2603224"/>
                </a:lnTo>
                <a:cubicBezTo>
                  <a:pt x="10026085" y="2599534"/>
                  <a:pt x="9978692" y="2594426"/>
                  <a:pt x="9961664" y="2592723"/>
                </a:cubicBezTo>
                <a:cubicBezTo>
                  <a:pt x="9960529" y="2594568"/>
                  <a:pt x="9958543" y="2596271"/>
                  <a:pt x="9955705" y="2597831"/>
                </a:cubicBezTo>
                <a:lnTo>
                  <a:pt x="9963651" y="2584635"/>
                </a:lnTo>
                <a:cubicBezTo>
                  <a:pt x="9949745" y="2569878"/>
                  <a:pt x="9934278" y="2554269"/>
                  <a:pt x="9921366" y="2541357"/>
                </a:cubicBezTo>
                <a:cubicBezTo>
                  <a:pt x="9724272" y="2541357"/>
                  <a:pt x="9466022" y="2431246"/>
                  <a:pt x="9319727" y="2431246"/>
                </a:cubicBezTo>
                <a:cubicBezTo>
                  <a:pt x="9242535" y="2450543"/>
                  <a:pt x="9273753" y="2485734"/>
                  <a:pt x="9218130" y="2541357"/>
                </a:cubicBezTo>
                <a:cubicBezTo>
                  <a:pt x="9154702" y="2541357"/>
                  <a:pt x="9227778" y="2473531"/>
                  <a:pt x="9158817" y="2473531"/>
                </a:cubicBezTo>
                <a:cubicBezTo>
                  <a:pt x="9158817" y="2521633"/>
                  <a:pt x="9116532" y="2584493"/>
                  <a:pt x="9116532" y="2626069"/>
                </a:cubicBezTo>
                <a:cubicBezTo>
                  <a:pt x="9079781" y="2626069"/>
                  <a:pt x="9059348" y="2693895"/>
                  <a:pt x="9014793" y="2693895"/>
                </a:cubicBezTo>
                <a:cubicBezTo>
                  <a:pt x="9014793" y="2637420"/>
                  <a:pt x="9036219" y="2431246"/>
                  <a:pt x="9116532" y="2431246"/>
                </a:cubicBezTo>
                <a:cubicBezTo>
                  <a:pt x="9116532" y="2414360"/>
                  <a:pt x="9125046" y="2397332"/>
                  <a:pt x="9125046" y="2380447"/>
                </a:cubicBezTo>
                <a:cubicBezTo>
                  <a:pt x="9082619" y="2380447"/>
                  <a:pt x="9057219" y="2422874"/>
                  <a:pt x="9023306" y="2422874"/>
                </a:cubicBezTo>
                <a:cubicBezTo>
                  <a:pt x="9023306" y="2365690"/>
                  <a:pt x="9082619" y="2352635"/>
                  <a:pt x="9082619" y="2304249"/>
                </a:cubicBezTo>
                <a:cubicBezTo>
                  <a:pt x="9112559" y="2232591"/>
                  <a:pt x="8911918" y="2149156"/>
                  <a:pt x="8862396" y="2134825"/>
                </a:cubicBezTo>
                <a:cubicBezTo>
                  <a:pt x="8862396" y="2178955"/>
                  <a:pt x="8870910" y="2210314"/>
                  <a:pt x="8870910" y="2253450"/>
                </a:cubicBezTo>
                <a:cubicBezTo>
                  <a:pt x="8807057" y="2317445"/>
                  <a:pt x="8815854" y="2105169"/>
                  <a:pt x="8803084" y="2092540"/>
                </a:cubicBezTo>
                <a:cubicBezTo>
                  <a:pt x="8755407" y="2092540"/>
                  <a:pt x="8752285" y="2086013"/>
                  <a:pt x="8752285" y="2050113"/>
                </a:cubicBezTo>
                <a:cubicBezTo>
                  <a:pt x="8682472" y="2050113"/>
                  <a:pt x="8654093" y="2017477"/>
                  <a:pt x="8609680" y="2010950"/>
                </a:cubicBezTo>
                <a:cubicBezTo>
                  <a:pt x="8587402" y="2007686"/>
                  <a:pt x="8561719" y="2007686"/>
                  <a:pt x="8548806" y="2007686"/>
                </a:cubicBezTo>
                <a:lnTo>
                  <a:pt x="8540292" y="1999172"/>
                </a:lnTo>
                <a:lnTo>
                  <a:pt x="8540292" y="1973773"/>
                </a:lnTo>
                <a:lnTo>
                  <a:pt x="8455581" y="1973773"/>
                </a:lnTo>
                <a:cubicBezTo>
                  <a:pt x="8455581" y="1965259"/>
                  <a:pt x="8421668" y="1931346"/>
                  <a:pt x="8421668" y="1922974"/>
                </a:cubicBezTo>
                <a:cubicBezTo>
                  <a:pt x="8362355" y="1922974"/>
                  <a:pt x="8252244" y="1931488"/>
                  <a:pt x="8252244" y="1855148"/>
                </a:cubicBezTo>
                <a:cubicBezTo>
                  <a:pt x="8252244" y="1855148"/>
                  <a:pt x="8201445" y="1829748"/>
                  <a:pt x="8176046" y="1829748"/>
                </a:cubicBezTo>
                <a:cubicBezTo>
                  <a:pt x="8176046" y="1876716"/>
                  <a:pt x="8149937" y="1872034"/>
                  <a:pt x="8108219" y="1872034"/>
                </a:cubicBezTo>
                <a:lnTo>
                  <a:pt x="8108219" y="1855148"/>
                </a:lnTo>
                <a:cubicBezTo>
                  <a:pt x="8045359" y="1792288"/>
                  <a:pt x="8076293" y="1880547"/>
                  <a:pt x="7989594" y="1880547"/>
                </a:cubicBezTo>
                <a:lnTo>
                  <a:pt x="7981081" y="1872034"/>
                </a:lnTo>
                <a:cubicBezTo>
                  <a:pt x="7957101" y="1920136"/>
                  <a:pt x="7811657" y="2094668"/>
                  <a:pt x="7811657" y="2117797"/>
                </a:cubicBezTo>
                <a:cubicBezTo>
                  <a:pt x="7704809" y="2192577"/>
                  <a:pt x="7612293" y="2244936"/>
                  <a:pt x="7472810" y="2244936"/>
                </a:cubicBezTo>
                <a:cubicBezTo>
                  <a:pt x="7413497" y="2244936"/>
                  <a:pt x="7328785" y="2236422"/>
                  <a:pt x="7277986" y="2236422"/>
                </a:cubicBezTo>
                <a:cubicBezTo>
                  <a:pt x="7277986" y="2235429"/>
                  <a:pt x="7167875" y="2192009"/>
                  <a:pt x="7097353" y="2119926"/>
                </a:cubicBezTo>
                <a:cubicBezTo>
                  <a:pt x="7048115" y="2069553"/>
                  <a:pt x="7023141" y="1985976"/>
                  <a:pt x="7015337" y="1982287"/>
                </a:cubicBezTo>
                <a:cubicBezTo>
                  <a:pt x="7015337" y="1931488"/>
                  <a:pt x="7023851" y="1889061"/>
                  <a:pt x="7023851" y="1838262"/>
                </a:cubicBezTo>
                <a:cubicBezTo>
                  <a:pt x="6988234" y="1838262"/>
                  <a:pt x="7013776" y="1801369"/>
                  <a:pt x="6977734" y="1804349"/>
                </a:cubicBezTo>
                <a:cubicBezTo>
                  <a:pt x="6980147" y="1799525"/>
                  <a:pt x="6987667" y="1795977"/>
                  <a:pt x="6972910" y="1795977"/>
                </a:cubicBezTo>
                <a:cubicBezTo>
                  <a:pt x="6972910" y="1676075"/>
                  <a:pt x="7399449" y="1219880"/>
                  <a:pt x="7422011" y="1219880"/>
                </a:cubicBezTo>
                <a:cubicBezTo>
                  <a:pt x="7465289" y="1081957"/>
                  <a:pt x="7255850" y="1082950"/>
                  <a:pt x="7204484" y="1020942"/>
                </a:cubicBezTo>
                <a:cubicBezTo>
                  <a:pt x="7154395" y="960636"/>
                  <a:pt x="7057905" y="571415"/>
                  <a:pt x="7042865" y="442432"/>
                </a:cubicBezTo>
                <a:cubicBezTo>
                  <a:pt x="7036337" y="386525"/>
                  <a:pt x="7003843" y="321820"/>
                  <a:pt x="6939139" y="321820"/>
                </a:cubicBezTo>
                <a:lnTo>
                  <a:pt x="6761201" y="508271"/>
                </a:lnTo>
                <a:cubicBezTo>
                  <a:pt x="6761201" y="597382"/>
                  <a:pt x="6532465" y="923885"/>
                  <a:pt x="6532465" y="940345"/>
                </a:cubicBezTo>
                <a:cubicBezTo>
                  <a:pt x="6495572" y="940345"/>
                  <a:pt x="6185104" y="942047"/>
                  <a:pt x="6185104" y="982771"/>
                </a:cubicBezTo>
                <a:cubicBezTo>
                  <a:pt x="6041221" y="982771"/>
                  <a:pt x="6056120" y="892384"/>
                  <a:pt x="5919332" y="889688"/>
                </a:cubicBezTo>
                <a:lnTo>
                  <a:pt x="5919332" y="889688"/>
                </a:lnTo>
                <a:cubicBezTo>
                  <a:pt x="5902305" y="889404"/>
                  <a:pt x="5854628" y="838889"/>
                  <a:pt x="5854628" y="838747"/>
                </a:cubicBezTo>
                <a:cubicBezTo>
                  <a:pt x="5791484" y="838747"/>
                  <a:pt x="5774031" y="881174"/>
                  <a:pt x="5676690" y="881174"/>
                </a:cubicBezTo>
                <a:cubicBezTo>
                  <a:pt x="5676690" y="857194"/>
                  <a:pt x="5592972" y="837896"/>
                  <a:pt x="5549552" y="881174"/>
                </a:cubicBezTo>
                <a:cubicBezTo>
                  <a:pt x="5549552" y="931547"/>
                  <a:pt x="5566579" y="955244"/>
                  <a:pt x="5566579" y="1016685"/>
                </a:cubicBezTo>
                <a:lnTo>
                  <a:pt x="5295416" y="1016685"/>
                </a:lnTo>
                <a:cubicBezTo>
                  <a:pt x="5295416" y="1008171"/>
                  <a:pt x="5270016" y="999799"/>
                  <a:pt x="5270016" y="991285"/>
                </a:cubicBezTo>
                <a:cubicBezTo>
                  <a:pt x="5125283" y="991285"/>
                  <a:pt x="4853268" y="1220447"/>
                  <a:pt x="4653620" y="1228251"/>
                </a:cubicBezTo>
                <a:cubicBezTo>
                  <a:pt x="4653620" y="1230948"/>
                  <a:pt x="4653620" y="1233644"/>
                  <a:pt x="4646100" y="1234353"/>
                </a:cubicBezTo>
                <a:lnTo>
                  <a:pt x="4645674" y="1228393"/>
                </a:lnTo>
                <a:cubicBezTo>
                  <a:pt x="4631343" y="1228677"/>
                  <a:pt x="4346558" y="970285"/>
                  <a:pt x="4346558" y="881032"/>
                </a:cubicBezTo>
                <a:cubicBezTo>
                  <a:pt x="4206932" y="835200"/>
                  <a:pt x="4338044" y="597524"/>
                  <a:pt x="4338044" y="508271"/>
                </a:cubicBezTo>
                <a:cubicBezTo>
                  <a:pt x="4387282" y="508271"/>
                  <a:pt x="4465182" y="405255"/>
                  <a:pt x="4465182" y="347361"/>
                </a:cubicBezTo>
                <a:cubicBezTo>
                  <a:pt x="4461209" y="347361"/>
                  <a:pt x="4414384" y="271163"/>
                  <a:pt x="4414384" y="254136"/>
                </a:cubicBezTo>
                <a:cubicBezTo>
                  <a:pt x="4266954" y="254136"/>
                  <a:pt x="4287245" y="88685"/>
                  <a:pt x="4287245" y="0"/>
                </a:cubicBezTo>
                <a:cubicBezTo>
                  <a:pt x="4215587" y="0"/>
                  <a:pt x="4167626" y="35616"/>
                  <a:pt x="4132436" y="35616"/>
                </a:cubicBezTo>
                <a:lnTo>
                  <a:pt x="4132436" y="86131"/>
                </a:lnTo>
                <a:cubicBezTo>
                  <a:pt x="4052549" y="86131"/>
                  <a:pt x="3840131" y="338564"/>
                  <a:pt x="3577197" y="338564"/>
                </a:cubicBezTo>
                <a:cubicBezTo>
                  <a:pt x="3476309" y="338564"/>
                  <a:pt x="3476309" y="414336"/>
                  <a:pt x="3375279" y="414336"/>
                </a:cubicBezTo>
                <a:cubicBezTo>
                  <a:pt x="3375279" y="398444"/>
                  <a:pt x="3316960" y="363821"/>
                  <a:pt x="3299649" y="363821"/>
                </a:cubicBezTo>
                <a:cubicBezTo>
                  <a:pt x="3299649" y="351193"/>
                  <a:pt x="3186132" y="351193"/>
                  <a:pt x="3173503" y="351193"/>
                </a:cubicBezTo>
                <a:cubicBezTo>
                  <a:pt x="3173503" y="351193"/>
                  <a:pt x="3029479" y="275420"/>
                  <a:pt x="3022100" y="275420"/>
                </a:cubicBezTo>
                <a:cubicBezTo>
                  <a:pt x="3022100" y="262791"/>
                  <a:pt x="2883326" y="262791"/>
                  <a:pt x="2858069" y="262791"/>
                </a:cubicBezTo>
                <a:cubicBezTo>
                  <a:pt x="2858069" y="293725"/>
                  <a:pt x="3008478" y="401566"/>
                  <a:pt x="3009472" y="401566"/>
                </a:cubicBezTo>
                <a:cubicBezTo>
                  <a:pt x="3009472" y="452081"/>
                  <a:pt x="2971585" y="540340"/>
                  <a:pt x="2971585" y="552969"/>
                </a:cubicBezTo>
                <a:cubicBezTo>
                  <a:pt x="2900212" y="552969"/>
                  <a:pt x="2946328" y="745805"/>
                  <a:pt x="2946328" y="792773"/>
                </a:cubicBezTo>
                <a:cubicBezTo>
                  <a:pt x="3094467" y="792773"/>
                  <a:pt x="3274817" y="838038"/>
                  <a:pt x="3222741" y="923175"/>
                </a:cubicBezTo>
                <a:lnTo>
                  <a:pt x="3226431" y="924878"/>
                </a:lnTo>
                <a:cubicBezTo>
                  <a:pt x="3215363" y="921756"/>
                  <a:pt x="3199754" y="931547"/>
                  <a:pt x="3185990" y="931547"/>
                </a:cubicBezTo>
                <a:cubicBezTo>
                  <a:pt x="3185990" y="944176"/>
                  <a:pt x="3148104" y="944176"/>
                  <a:pt x="3135475" y="944176"/>
                </a:cubicBezTo>
                <a:cubicBezTo>
                  <a:pt x="3135475" y="954818"/>
                  <a:pt x="2984072" y="986603"/>
                  <a:pt x="2984072" y="1158723"/>
                </a:cubicBezTo>
                <a:cubicBezTo>
                  <a:pt x="2940936" y="1158723"/>
                  <a:pt x="2769525" y="1166952"/>
                  <a:pt x="2769525" y="1247124"/>
                </a:cubicBezTo>
                <a:cubicBezTo>
                  <a:pt x="2718727" y="1247124"/>
                  <a:pt x="2681550" y="1310267"/>
                  <a:pt x="2630751" y="1310267"/>
                </a:cubicBezTo>
                <a:cubicBezTo>
                  <a:pt x="2630751" y="1322896"/>
                  <a:pt x="2580236" y="1322896"/>
                  <a:pt x="2567608" y="1322896"/>
                </a:cubicBezTo>
                <a:cubicBezTo>
                  <a:pt x="2567608" y="1296220"/>
                  <a:pt x="2562641" y="1267415"/>
                  <a:pt x="2542350" y="1247124"/>
                </a:cubicBezTo>
                <a:cubicBezTo>
                  <a:pt x="2512694" y="1247124"/>
                  <a:pt x="2499214" y="1239745"/>
                  <a:pt x="2479206" y="1259752"/>
                </a:cubicBezTo>
                <a:cubicBezTo>
                  <a:pt x="2479206" y="1322612"/>
                  <a:pt x="2364980" y="1310267"/>
                  <a:pt x="2315175" y="1310267"/>
                </a:cubicBezTo>
                <a:cubicBezTo>
                  <a:pt x="2315175" y="1285010"/>
                  <a:pt x="2226915" y="1247124"/>
                  <a:pt x="2226915" y="1221866"/>
                </a:cubicBezTo>
                <a:lnTo>
                  <a:pt x="2201658" y="1221866"/>
                </a:lnTo>
                <a:cubicBezTo>
                  <a:pt x="2201658" y="1209237"/>
                  <a:pt x="2163772" y="1196609"/>
                  <a:pt x="2151143" y="1196609"/>
                </a:cubicBezTo>
                <a:cubicBezTo>
                  <a:pt x="2151143" y="1183980"/>
                  <a:pt x="2087999" y="1183980"/>
                  <a:pt x="2075370" y="1183980"/>
                </a:cubicBezTo>
                <a:lnTo>
                  <a:pt x="2075370" y="1032577"/>
                </a:lnTo>
                <a:cubicBezTo>
                  <a:pt x="2071255" y="1032577"/>
                  <a:pt x="2024855" y="952831"/>
                  <a:pt x="2024855" y="931689"/>
                </a:cubicBezTo>
                <a:lnTo>
                  <a:pt x="1999598" y="906432"/>
                </a:lnTo>
                <a:lnTo>
                  <a:pt x="1974341" y="906432"/>
                </a:lnTo>
                <a:cubicBezTo>
                  <a:pt x="1974341" y="938358"/>
                  <a:pt x="1824215" y="982204"/>
                  <a:pt x="1785051" y="982204"/>
                </a:cubicBezTo>
                <a:lnTo>
                  <a:pt x="1785051" y="931689"/>
                </a:lnTo>
                <a:lnTo>
                  <a:pt x="1721908" y="931689"/>
                </a:lnTo>
                <a:cubicBezTo>
                  <a:pt x="1560430" y="1093308"/>
                  <a:pt x="1633932" y="1020090"/>
                  <a:pt x="1267557" y="1020090"/>
                </a:cubicBezTo>
                <a:lnTo>
                  <a:pt x="1267557" y="1057976"/>
                </a:lnTo>
                <a:cubicBezTo>
                  <a:pt x="1254928" y="1057976"/>
                  <a:pt x="1254928" y="1184122"/>
                  <a:pt x="1254928" y="1209379"/>
                </a:cubicBezTo>
                <a:lnTo>
                  <a:pt x="1318072" y="1209379"/>
                </a:lnTo>
                <a:cubicBezTo>
                  <a:pt x="1318072" y="1210798"/>
                  <a:pt x="1380222" y="1272523"/>
                  <a:pt x="1381215" y="1272523"/>
                </a:cubicBezTo>
                <a:lnTo>
                  <a:pt x="1381215" y="1373411"/>
                </a:lnTo>
                <a:cubicBezTo>
                  <a:pt x="1358938" y="1373411"/>
                  <a:pt x="1318072" y="1349431"/>
                  <a:pt x="1318072" y="1322896"/>
                </a:cubicBezTo>
                <a:lnTo>
                  <a:pt x="1280185" y="1322896"/>
                </a:lnTo>
                <a:lnTo>
                  <a:pt x="1280185" y="1360782"/>
                </a:lnTo>
                <a:lnTo>
                  <a:pt x="1229671" y="1360782"/>
                </a:lnTo>
                <a:cubicBezTo>
                  <a:pt x="1181426" y="1457130"/>
                  <a:pt x="1179156" y="1584127"/>
                  <a:pt x="1179156" y="1688846"/>
                </a:cubicBezTo>
                <a:lnTo>
                  <a:pt x="1229671" y="1714103"/>
                </a:lnTo>
                <a:lnTo>
                  <a:pt x="1242299" y="1726732"/>
                </a:lnTo>
                <a:lnTo>
                  <a:pt x="1242299" y="1815133"/>
                </a:lnTo>
                <a:cubicBezTo>
                  <a:pt x="1254928" y="1815133"/>
                  <a:pt x="1280185" y="1878277"/>
                  <a:pt x="1305443" y="1878277"/>
                </a:cubicBezTo>
                <a:cubicBezTo>
                  <a:pt x="1305443" y="2156393"/>
                  <a:pt x="1166669" y="2596838"/>
                  <a:pt x="1166669" y="2786837"/>
                </a:cubicBezTo>
                <a:cubicBezTo>
                  <a:pt x="1166669" y="2929868"/>
                  <a:pt x="1169507" y="2938240"/>
                  <a:pt x="1053152" y="2938240"/>
                </a:cubicBezTo>
                <a:cubicBezTo>
                  <a:pt x="1053152" y="2900354"/>
                  <a:pt x="889120" y="2900354"/>
                  <a:pt x="863863" y="2900354"/>
                </a:cubicBezTo>
                <a:cubicBezTo>
                  <a:pt x="810226" y="3007627"/>
                  <a:pt x="801145" y="3001242"/>
                  <a:pt x="661945" y="3001242"/>
                </a:cubicBezTo>
                <a:cubicBezTo>
                  <a:pt x="611430" y="3001242"/>
                  <a:pt x="548428" y="3026499"/>
                  <a:pt x="523170" y="3026499"/>
                </a:cubicBezTo>
                <a:cubicBezTo>
                  <a:pt x="523170" y="3038276"/>
                  <a:pt x="435763" y="3154773"/>
                  <a:pt x="427107" y="3161442"/>
                </a:cubicBezTo>
                <a:cubicBezTo>
                  <a:pt x="374463" y="3201599"/>
                  <a:pt x="283508" y="3234377"/>
                  <a:pt x="283508" y="3241046"/>
                </a:cubicBezTo>
                <a:cubicBezTo>
                  <a:pt x="203053" y="3321501"/>
                  <a:pt x="277265" y="3360948"/>
                  <a:pt x="182478" y="3455593"/>
                </a:cubicBezTo>
                <a:cubicBezTo>
                  <a:pt x="135511" y="3533210"/>
                  <a:pt x="186309" y="3609550"/>
                  <a:pt x="186309" y="3694262"/>
                </a:cubicBezTo>
                <a:cubicBezTo>
                  <a:pt x="186309" y="3694262"/>
                  <a:pt x="135511" y="3719661"/>
                  <a:pt x="135511" y="3728175"/>
                </a:cubicBezTo>
                <a:cubicBezTo>
                  <a:pt x="87408" y="3728175"/>
                  <a:pt x="19440" y="3829914"/>
                  <a:pt x="0" y="3829914"/>
                </a:cubicBezTo>
                <a:cubicBezTo>
                  <a:pt x="0" y="3836867"/>
                  <a:pt x="5250" y="3844955"/>
                  <a:pt x="14331" y="3853895"/>
                </a:cubicBezTo>
                <a:cubicBezTo>
                  <a:pt x="9649" y="3851624"/>
                  <a:pt x="4824" y="3849070"/>
                  <a:pt x="0" y="3846090"/>
                </a:cubicBezTo>
                <a:cubicBezTo>
                  <a:pt x="0" y="4159680"/>
                  <a:pt x="98050" y="4277880"/>
                  <a:pt x="148565" y="4332510"/>
                </a:cubicBezTo>
                <a:cubicBezTo>
                  <a:pt x="220081" y="4409843"/>
                  <a:pt x="220364" y="4484764"/>
                  <a:pt x="220364" y="4592321"/>
                </a:cubicBezTo>
                <a:lnTo>
                  <a:pt x="228878" y="4600835"/>
                </a:lnTo>
                <a:cubicBezTo>
                  <a:pt x="307914" y="4600835"/>
                  <a:pt x="533955" y="4708676"/>
                  <a:pt x="533955" y="4795658"/>
                </a:cubicBezTo>
                <a:cubicBezTo>
                  <a:pt x="598092" y="4795658"/>
                  <a:pt x="864430" y="4826733"/>
                  <a:pt x="864430" y="4770259"/>
                </a:cubicBezTo>
                <a:cubicBezTo>
                  <a:pt x="877768" y="4770259"/>
                  <a:pt x="994549" y="4592321"/>
                  <a:pt x="1008455" y="4592321"/>
                </a:cubicBezTo>
                <a:cubicBezTo>
                  <a:pt x="1008455" y="4727832"/>
                  <a:pt x="1033854" y="4863484"/>
                  <a:pt x="1033854" y="4982110"/>
                </a:cubicBezTo>
                <a:cubicBezTo>
                  <a:pt x="1042368" y="4982110"/>
                  <a:pt x="1042368" y="5032908"/>
                  <a:pt x="1042368" y="5041422"/>
                </a:cubicBezTo>
                <a:cubicBezTo>
                  <a:pt x="1043219" y="5041422"/>
                  <a:pt x="1067058" y="5092221"/>
                  <a:pt x="1194906" y="5092221"/>
                </a:cubicBezTo>
                <a:cubicBezTo>
                  <a:pt x="1194906" y="5058308"/>
                  <a:pt x="1347444" y="5058308"/>
                  <a:pt x="1372844" y="5058308"/>
                </a:cubicBezTo>
                <a:cubicBezTo>
                  <a:pt x="1471745" y="5058308"/>
                  <a:pt x="1582566" y="5134506"/>
                  <a:pt x="1669406" y="5134506"/>
                </a:cubicBezTo>
                <a:cubicBezTo>
                  <a:pt x="1729854" y="5137202"/>
                  <a:pt x="2259268" y="4732514"/>
                  <a:pt x="2262531" y="4727832"/>
                </a:cubicBezTo>
                <a:cubicBezTo>
                  <a:pt x="2262957" y="4727123"/>
                  <a:pt x="2266646" y="4726555"/>
                  <a:pt x="2267782" y="4726555"/>
                </a:cubicBezTo>
                <a:cubicBezTo>
                  <a:pt x="2362284" y="4732089"/>
                  <a:pt x="2454375" y="4689946"/>
                  <a:pt x="2467571" y="4694770"/>
                </a:cubicBezTo>
                <a:cubicBezTo>
                  <a:pt x="2512978" y="4711514"/>
                  <a:pt x="2564202" y="4693919"/>
                  <a:pt x="2575979" y="4693919"/>
                </a:cubicBezTo>
                <a:cubicBezTo>
                  <a:pt x="2618406" y="5160757"/>
                  <a:pt x="2495808" y="5062422"/>
                  <a:pt x="2800601" y="5408933"/>
                </a:cubicBezTo>
                <a:cubicBezTo>
                  <a:pt x="2835507" y="5448663"/>
                  <a:pt x="2869988" y="5532808"/>
                  <a:pt x="3101278" y="5532808"/>
                </a:cubicBezTo>
                <a:cubicBezTo>
                  <a:pt x="3448356" y="5532808"/>
                  <a:pt x="3569677" y="5863283"/>
                  <a:pt x="4024737" y="5863283"/>
                </a:cubicBezTo>
                <a:cubicBezTo>
                  <a:pt x="4035238" y="5873784"/>
                  <a:pt x="4033535" y="5875202"/>
                  <a:pt x="4040771" y="5887831"/>
                </a:cubicBezTo>
                <a:cubicBezTo>
                  <a:pt x="4022609" y="5856047"/>
                  <a:pt x="4168336" y="6202131"/>
                  <a:pt x="4185789" y="6202131"/>
                </a:cubicBezTo>
                <a:lnTo>
                  <a:pt x="4185789" y="6329270"/>
                </a:lnTo>
                <a:lnTo>
                  <a:pt x="4101077" y="6329270"/>
                </a:lnTo>
                <a:cubicBezTo>
                  <a:pt x="4101077" y="6354669"/>
                  <a:pt x="4219703" y="6439381"/>
                  <a:pt x="4219703" y="6490180"/>
                </a:cubicBezTo>
                <a:lnTo>
                  <a:pt x="4219703" y="6676631"/>
                </a:lnTo>
                <a:cubicBezTo>
                  <a:pt x="4409417" y="6676631"/>
                  <a:pt x="4623396" y="6710544"/>
                  <a:pt x="4795800" y="6710544"/>
                </a:cubicBezTo>
                <a:lnTo>
                  <a:pt x="4804314" y="6719058"/>
                </a:lnTo>
                <a:cubicBezTo>
                  <a:pt x="4804314" y="6736085"/>
                  <a:pt x="4761887" y="6837683"/>
                  <a:pt x="4753515" y="6837683"/>
                </a:cubicBezTo>
                <a:cubicBezTo>
                  <a:pt x="4753515" y="6950064"/>
                  <a:pt x="4875120" y="6985397"/>
                  <a:pt x="4933581" y="7061595"/>
                </a:cubicBezTo>
                <a:cubicBezTo>
                  <a:pt x="4976008" y="7116366"/>
                  <a:pt x="5012333" y="7352198"/>
                  <a:pt x="4999137" y="7430808"/>
                </a:cubicBezTo>
                <a:cubicBezTo>
                  <a:pt x="4982961" y="7528291"/>
                  <a:pt x="4873701" y="7634996"/>
                  <a:pt x="4868025" y="7702681"/>
                </a:cubicBezTo>
                <a:cubicBezTo>
                  <a:pt x="4859795" y="7801157"/>
                  <a:pt x="4849011" y="8074732"/>
                  <a:pt x="4914425" y="8074732"/>
                </a:cubicBezTo>
                <a:cubicBezTo>
                  <a:pt x="4914425" y="8217054"/>
                  <a:pt x="4889026" y="8295380"/>
                  <a:pt x="4889026" y="8303469"/>
                </a:cubicBezTo>
                <a:cubicBezTo>
                  <a:pt x="4863342" y="8303469"/>
                  <a:pt x="4897539" y="8498575"/>
                  <a:pt x="4897539" y="8515319"/>
                </a:cubicBezTo>
                <a:cubicBezTo>
                  <a:pt x="4962244" y="8515319"/>
                  <a:pt x="5338127" y="8615639"/>
                  <a:pt x="5338127" y="8532347"/>
                </a:cubicBezTo>
                <a:cubicBezTo>
                  <a:pt x="5382540" y="8532347"/>
                  <a:pt x="5549977" y="8573354"/>
                  <a:pt x="5549977" y="8625572"/>
                </a:cubicBezTo>
                <a:cubicBezTo>
                  <a:pt x="5687332" y="8671405"/>
                  <a:pt x="5537348" y="9016921"/>
                  <a:pt x="5694285" y="9016921"/>
                </a:cubicBezTo>
                <a:cubicBezTo>
                  <a:pt x="5694285" y="9014083"/>
                  <a:pt x="5843702" y="8989961"/>
                  <a:pt x="5863425" y="8989961"/>
                </a:cubicBezTo>
                <a:cubicBezTo>
                  <a:pt x="5863425" y="9015502"/>
                  <a:pt x="5905426" y="9054666"/>
                  <a:pt x="5936786" y="9083045"/>
                </a:cubicBezTo>
                <a:cubicBezTo>
                  <a:pt x="5937637" y="9219691"/>
                  <a:pt x="5974530" y="9421040"/>
                  <a:pt x="5863425" y="9532287"/>
                </a:cubicBezTo>
                <a:cubicBezTo>
                  <a:pt x="5761828" y="9633884"/>
                  <a:pt x="6041363" y="9608485"/>
                  <a:pt x="6083648" y="9608485"/>
                </a:cubicBezTo>
                <a:cubicBezTo>
                  <a:pt x="6083648" y="9659284"/>
                  <a:pt x="6126075" y="9710083"/>
                  <a:pt x="6126075" y="9743996"/>
                </a:cubicBezTo>
                <a:cubicBezTo>
                  <a:pt x="6126075" y="9766557"/>
                  <a:pt x="6136859" y="9782875"/>
                  <a:pt x="6155021" y="9794937"/>
                </a:cubicBezTo>
                <a:cubicBezTo>
                  <a:pt x="6142393" y="9818775"/>
                  <a:pt x="6134730" y="9836796"/>
                  <a:pt x="6134588" y="9837221"/>
                </a:cubicBezTo>
                <a:cubicBezTo>
                  <a:pt x="6117703" y="9871135"/>
                  <a:pt x="6100675" y="9896534"/>
                  <a:pt x="6100675" y="9938819"/>
                </a:cubicBezTo>
                <a:cubicBezTo>
                  <a:pt x="6100675" y="9960245"/>
                  <a:pt x="6161265" y="10036302"/>
                  <a:pt x="6113304" y="10059289"/>
                </a:cubicBezTo>
                <a:lnTo>
                  <a:pt x="6113304" y="10059289"/>
                </a:lnTo>
                <a:cubicBezTo>
                  <a:pt x="6004612" y="10111507"/>
                  <a:pt x="5566863" y="10286180"/>
                  <a:pt x="5566863" y="10421833"/>
                </a:cubicBezTo>
                <a:cubicBezTo>
                  <a:pt x="5519753" y="10437583"/>
                  <a:pt x="5329187" y="10755146"/>
                  <a:pt x="5329187" y="10777708"/>
                </a:cubicBezTo>
                <a:cubicBezTo>
                  <a:pt x="5316842" y="10777708"/>
                  <a:pt x="5106978" y="10890516"/>
                  <a:pt x="5092363" y="10955645"/>
                </a:cubicBezTo>
                <a:cubicBezTo>
                  <a:pt x="5092363" y="11145928"/>
                  <a:pt x="5407088" y="10967565"/>
                  <a:pt x="5451501" y="11172888"/>
                </a:cubicBezTo>
                <a:cubicBezTo>
                  <a:pt x="5462711" y="11224823"/>
                  <a:pt x="5452920" y="11285980"/>
                  <a:pt x="5524436" y="11285980"/>
                </a:cubicBezTo>
                <a:cubicBezTo>
                  <a:pt x="5524436" y="11147772"/>
                  <a:pt x="5914224" y="11386725"/>
                  <a:pt x="5914224" y="11438518"/>
                </a:cubicBezTo>
                <a:cubicBezTo>
                  <a:pt x="5922738" y="11438518"/>
                  <a:pt x="5961333" y="11565656"/>
                  <a:pt x="6024335" y="11565656"/>
                </a:cubicBezTo>
                <a:cubicBezTo>
                  <a:pt x="6024335" y="11572893"/>
                  <a:pt x="6143670" y="11768993"/>
                  <a:pt x="6151474" y="11768993"/>
                </a:cubicBezTo>
                <a:cubicBezTo>
                  <a:pt x="6278613" y="11751966"/>
                  <a:pt x="6295499" y="11616455"/>
                  <a:pt x="6354811" y="11616455"/>
                </a:cubicBezTo>
                <a:cubicBezTo>
                  <a:pt x="6354811" y="11641854"/>
                  <a:pt x="6346297" y="11718194"/>
                  <a:pt x="6380211" y="11718194"/>
                </a:cubicBezTo>
                <a:cubicBezTo>
                  <a:pt x="6380211" y="11752108"/>
                  <a:pt x="6261585" y="11887618"/>
                  <a:pt x="6261585" y="11794392"/>
                </a:cubicBezTo>
                <a:cubicBezTo>
                  <a:pt x="6202982" y="11794392"/>
                  <a:pt x="6172758" y="11954451"/>
                  <a:pt x="6172758" y="12009790"/>
                </a:cubicBezTo>
                <a:cubicBezTo>
                  <a:pt x="6357365" y="12009790"/>
                  <a:pt x="6473436" y="11739337"/>
                  <a:pt x="6473436" y="11641854"/>
                </a:cubicBezTo>
                <a:cubicBezTo>
                  <a:pt x="6340622" y="11641854"/>
                  <a:pt x="6670813" y="11212477"/>
                  <a:pt x="6688976" y="11194315"/>
                </a:cubicBezTo>
                <a:cubicBezTo>
                  <a:pt x="6756802" y="11126488"/>
                  <a:pt x="6761485" y="11031844"/>
                  <a:pt x="6947936" y="11031844"/>
                </a:cubicBezTo>
                <a:cubicBezTo>
                  <a:pt x="6947936" y="11083919"/>
                  <a:pt x="6767444" y="11306696"/>
                  <a:pt x="6723741" y="11350400"/>
                </a:cubicBezTo>
                <a:cubicBezTo>
                  <a:pt x="6715085" y="11359056"/>
                  <a:pt x="6616467" y="11502087"/>
                  <a:pt x="6552330" y="11544230"/>
                </a:cubicBezTo>
                <a:cubicBezTo>
                  <a:pt x="6495430" y="11581690"/>
                  <a:pt x="6521255" y="11583535"/>
                  <a:pt x="6544668" y="11665693"/>
                </a:cubicBezTo>
                <a:cubicBezTo>
                  <a:pt x="6551763" y="11665693"/>
                  <a:pt x="6765316" y="11417801"/>
                  <a:pt x="6778512" y="11404605"/>
                </a:cubicBezTo>
                <a:cubicBezTo>
                  <a:pt x="6888624" y="11294493"/>
                  <a:pt x="6956450" y="11218153"/>
                  <a:pt x="7041162" y="11040216"/>
                </a:cubicBezTo>
                <a:cubicBezTo>
                  <a:pt x="7060744" y="10994525"/>
                  <a:pt x="7181213" y="10807648"/>
                  <a:pt x="7235134" y="10720666"/>
                </a:cubicBezTo>
                <a:cubicBezTo>
                  <a:pt x="7235134" y="10720524"/>
                  <a:pt x="7226762" y="10721092"/>
                  <a:pt x="7213991" y="10722084"/>
                </a:cubicBezTo>
                <a:cubicBezTo>
                  <a:pt x="7221654" y="10720950"/>
                  <a:pt x="7229174" y="10719530"/>
                  <a:pt x="7236694" y="10718254"/>
                </a:cubicBezTo>
                <a:cubicBezTo>
                  <a:pt x="7251877" y="10693847"/>
                  <a:pt x="7261384" y="10677955"/>
                  <a:pt x="7261384" y="10675968"/>
                </a:cubicBezTo>
                <a:cubicBezTo>
                  <a:pt x="7278270" y="10675968"/>
                  <a:pt x="7515520" y="10464118"/>
                  <a:pt x="7515520" y="10413320"/>
                </a:cubicBezTo>
                <a:lnTo>
                  <a:pt x="7515520" y="9972732"/>
                </a:lnTo>
                <a:cubicBezTo>
                  <a:pt x="7515520" y="9879507"/>
                  <a:pt x="7507006" y="9845594"/>
                  <a:pt x="7540919" y="9777909"/>
                </a:cubicBezTo>
                <a:cubicBezTo>
                  <a:pt x="7551987" y="9755773"/>
                  <a:pt x="7554258" y="9735198"/>
                  <a:pt x="7550568" y="9716468"/>
                </a:cubicBezTo>
                <a:lnTo>
                  <a:pt x="7553548" y="9716468"/>
                </a:lnTo>
                <a:cubicBezTo>
                  <a:pt x="7555960" y="9661554"/>
                  <a:pt x="7544183" y="9595431"/>
                  <a:pt x="7532547" y="9566058"/>
                </a:cubicBezTo>
                <a:cubicBezTo>
                  <a:pt x="7574833" y="9566058"/>
                  <a:pt x="7625773" y="9532145"/>
                  <a:pt x="7634145" y="9540659"/>
                </a:cubicBezTo>
                <a:cubicBezTo>
                  <a:pt x="7678275" y="9584789"/>
                  <a:pt x="7689626" y="9534983"/>
                  <a:pt x="7706370" y="9492698"/>
                </a:cubicBezTo>
                <a:cubicBezTo>
                  <a:pt x="7712188" y="9478225"/>
                  <a:pt x="7718573" y="9464461"/>
                  <a:pt x="7727229" y="9455947"/>
                </a:cubicBezTo>
                <a:cubicBezTo>
                  <a:pt x="7841739" y="9341437"/>
                  <a:pt x="8380092" y="9076233"/>
                  <a:pt x="8627133" y="8935473"/>
                </a:cubicBezTo>
                <a:cubicBezTo>
                  <a:pt x="8720074" y="9018056"/>
                  <a:pt x="8717095" y="8956048"/>
                  <a:pt x="8845653" y="8956048"/>
                </a:cubicBezTo>
                <a:cubicBezTo>
                  <a:pt x="8845653" y="8947534"/>
                  <a:pt x="8862538" y="8939020"/>
                  <a:pt x="8862538" y="8930648"/>
                </a:cubicBezTo>
                <a:lnTo>
                  <a:pt x="8769313" y="8930648"/>
                </a:lnTo>
                <a:lnTo>
                  <a:pt x="8769313" y="8879850"/>
                </a:lnTo>
                <a:cubicBezTo>
                  <a:pt x="8833875" y="8879850"/>
                  <a:pt x="8898012" y="8871335"/>
                  <a:pt x="8955764" y="8871335"/>
                </a:cubicBezTo>
                <a:cubicBezTo>
                  <a:pt x="8955764" y="8891768"/>
                  <a:pt x="8922844" y="8913762"/>
                  <a:pt x="8904965" y="8913762"/>
                </a:cubicBezTo>
                <a:lnTo>
                  <a:pt x="8904965" y="8930648"/>
                </a:lnTo>
                <a:lnTo>
                  <a:pt x="8989677" y="8930648"/>
                </a:lnTo>
                <a:cubicBezTo>
                  <a:pt x="9081058" y="8904539"/>
                  <a:pt x="9172581" y="8829051"/>
                  <a:pt x="9193014" y="8829051"/>
                </a:cubicBezTo>
                <a:lnTo>
                  <a:pt x="9193014" y="8905249"/>
                </a:lnTo>
                <a:cubicBezTo>
                  <a:pt x="9250482" y="8905249"/>
                  <a:pt x="9472265" y="8914046"/>
                  <a:pt x="9514976" y="8871335"/>
                </a:cubicBezTo>
                <a:lnTo>
                  <a:pt x="9514976" y="8820537"/>
                </a:lnTo>
                <a:cubicBezTo>
                  <a:pt x="9525618" y="8820537"/>
                  <a:pt x="9700859" y="8701912"/>
                  <a:pt x="9794511" y="8701912"/>
                </a:cubicBezTo>
                <a:cubicBezTo>
                  <a:pt x="9804160" y="8692263"/>
                  <a:pt x="9831262" y="8502264"/>
                  <a:pt x="9834668" y="8473033"/>
                </a:cubicBezTo>
                <a:cubicBezTo>
                  <a:pt x="9836512" y="8419255"/>
                  <a:pt x="9925339" y="8333976"/>
                  <a:pt x="9963935" y="8295238"/>
                </a:cubicBezTo>
                <a:cubicBezTo>
                  <a:pt x="10044532" y="8236635"/>
                  <a:pt x="10037011" y="8235784"/>
                  <a:pt x="10091073" y="8168099"/>
                </a:cubicBezTo>
                <a:cubicBezTo>
                  <a:pt x="10091073" y="8033724"/>
                  <a:pt x="10277525" y="7842023"/>
                  <a:pt x="10277525" y="7829252"/>
                </a:cubicBezTo>
                <a:cubicBezTo>
                  <a:pt x="10277667" y="7757736"/>
                  <a:pt x="10286039" y="7674869"/>
                  <a:pt x="10286039" y="7596968"/>
                </a:cubicBezTo>
                <a:cubicBezTo>
                  <a:pt x="10286039" y="7579089"/>
                  <a:pt x="10480862" y="7352055"/>
                  <a:pt x="10480862" y="7261527"/>
                </a:cubicBezTo>
                <a:cubicBezTo>
                  <a:pt x="10430347" y="7261527"/>
                  <a:pt x="10626589" y="6768154"/>
                  <a:pt x="10623467" y="6649103"/>
                </a:cubicBezTo>
                <a:cubicBezTo>
                  <a:pt x="10618926" y="6478828"/>
                  <a:pt x="10610271" y="5880453"/>
                  <a:pt x="10709598" y="5880453"/>
                </a:cubicBezTo>
                <a:cubicBezTo>
                  <a:pt x="10709598" y="5768213"/>
                  <a:pt x="10667171" y="5874919"/>
                  <a:pt x="10667171" y="5761828"/>
                </a:cubicBezTo>
                <a:lnTo>
                  <a:pt x="10785796" y="5761828"/>
                </a:lnTo>
                <a:cubicBezTo>
                  <a:pt x="10785796" y="5812627"/>
                  <a:pt x="10743369" y="5846540"/>
                  <a:pt x="10743369" y="5880453"/>
                </a:cubicBezTo>
                <a:cubicBezTo>
                  <a:pt x="10933226" y="5880453"/>
                  <a:pt x="11047594" y="5631000"/>
                  <a:pt x="11147773" y="5442562"/>
                </a:cubicBezTo>
                <a:lnTo>
                  <a:pt x="11147773" y="5442562"/>
                </a:lnTo>
                <a:cubicBezTo>
                  <a:pt x="11269520" y="5303078"/>
                  <a:pt x="11390841" y="5224610"/>
                  <a:pt x="11472715" y="5085126"/>
                </a:cubicBezTo>
                <a:cubicBezTo>
                  <a:pt x="11555298" y="5004529"/>
                  <a:pt x="11645118" y="4919391"/>
                  <a:pt x="11658456" y="4906053"/>
                </a:cubicBezTo>
                <a:cubicBezTo>
                  <a:pt x="11740188" y="4824321"/>
                  <a:pt x="11801913" y="4745711"/>
                  <a:pt x="11878679" y="4668803"/>
                </a:cubicBezTo>
                <a:cubicBezTo>
                  <a:pt x="11887902" y="4659580"/>
                  <a:pt x="11919545" y="4613038"/>
                  <a:pt x="11906916" y="4609065"/>
                </a:cubicBezTo>
                <a:cubicBezTo>
                  <a:pt x="11927633" y="4603673"/>
                  <a:pt x="12048103" y="4321442"/>
                  <a:pt x="12048103" y="4312928"/>
                </a:cubicBezTo>
                <a:lnTo>
                  <a:pt x="12048103" y="4312928"/>
                </a:lnTo>
                <a:close/>
              </a:path>
            </a:pathLst>
          </a:custGeom>
          <a:solidFill>
            <a:srgbClr val="1B1740"/>
          </a:solidFill>
          <a:ln w="56727" cap="flat">
            <a:solidFill>
              <a:srgbClr val="727272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793592AE-C965-CC46-9EFE-1F72B4652EA9}"/>
              </a:ext>
            </a:extLst>
          </p:cNvPr>
          <p:cNvSpPr/>
          <p:nvPr/>
        </p:nvSpPr>
        <p:spPr>
          <a:xfrm>
            <a:off x="12998246" y="9277880"/>
            <a:ext cx="729424" cy="527428"/>
          </a:xfrm>
          <a:custGeom>
            <a:avLst/>
            <a:gdLst>
              <a:gd name="connsiteX0" fmla="*/ 500830 w 729424"/>
              <a:gd name="connsiteY0" fmla="*/ 0 h 527428"/>
              <a:gd name="connsiteX1" fmla="*/ 399091 w 729424"/>
              <a:gd name="connsiteY1" fmla="*/ 25399 h 527428"/>
              <a:gd name="connsiteX2" fmla="*/ 94015 w 729424"/>
              <a:gd name="connsiteY2" fmla="*/ 50799 h 527428"/>
              <a:gd name="connsiteX3" fmla="*/ 94015 w 729424"/>
              <a:gd name="connsiteY3" fmla="*/ 491386 h 527428"/>
              <a:gd name="connsiteX4" fmla="*/ 415977 w 729424"/>
              <a:gd name="connsiteY4" fmla="*/ 516785 h 527428"/>
              <a:gd name="connsiteX5" fmla="*/ 619314 w 729424"/>
              <a:gd name="connsiteY5" fmla="*/ 372761 h 527428"/>
              <a:gd name="connsiteX6" fmla="*/ 729424 w 729424"/>
              <a:gd name="connsiteY6" fmla="*/ 84712 h 527428"/>
              <a:gd name="connsiteX7" fmla="*/ 500688 w 729424"/>
              <a:gd name="connsiteY7" fmla="*/ 0 h 527428"/>
              <a:gd name="connsiteX8" fmla="*/ 500688 w 729424"/>
              <a:gd name="connsiteY8" fmla="*/ 0 h 52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9424" h="527428">
                <a:moveTo>
                  <a:pt x="500830" y="0"/>
                </a:moveTo>
                <a:cubicBezTo>
                  <a:pt x="466917" y="0"/>
                  <a:pt x="424632" y="25399"/>
                  <a:pt x="399091" y="25399"/>
                </a:cubicBezTo>
                <a:cubicBezTo>
                  <a:pt x="338643" y="25399"/>
                  <a:pt x="139705" y="22845"/>
                  <a:pt x="94015" y="50799"/>
                </a:cubicBezTo>
                <a:cubicBezTo>
                  <a:pt x="-78957" y="156795"/>
                  <a:pt x="27040" y="491386"/>
                  <a:pt x="94015" y="491386"/>
                </a:cubicBezTo>
                <a:cubicBezTo>
                  <a:pt x="153185" y="491386"/>
                  <a:pt x="401219" y="551124"/>
                  <a:pt x="415977" y="516785"/>
                </a:cubicBezTo>
                <a:cubicBezTo>
                  <a:pt x="476566" y="395606"/>
                  <a:pt x="598455" y="560915"/>
                  <a:pt x="619314" y="372761"/>
                </a:cubicBezTo>
                <a:cubicBezTo>
                  <a:pt x="726728" y="265345"/>
                  <a:pt x="729424" y="250304"/>
                  <a:pt x="729424" y="84712"/>
                </a:cubicBezTo>
                <a:cubicBezTo>
                  <a:pt x="721478" y="68820"/>
                  <a:pt x="539567" y="19440"/>
                  <a:pt x="500688" y="0"/>
                </a:cubicBezTo>
                <a:lnTo>
                  <a:pt x="500688" y="0"/>
                </a:lnTo>
                <a:close/>
              </a:path>
            </a:pathLst>
          </a:custGeom>
          <a:solidFill>
            <a:srgbClr val="071728"/>
          </a:solidFill>
          <a:ln w="56727" cap="flat">
            <a:solidFill>
              <a:srgbClr val="FDAD23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E39996D5-7026-87EC-8BFE-B73A956EBB12}"/>
              </a:ext>
            </a:extLst>
          </p:cNvPr>
          <p:cNvSpPr/>
          <p:nvPr/>
        </p:nvSpPr>
        <p:spPr>
          <a:xfrm>
            <a:off x="13665237" y="14069281"/>
            <a:ext cx="408518" cy="197660"/>
          </a:xfrm>
          <a:custGeom>
            <a:avLst/>
            <a:gdLst>
              <a:gd name="connsiteX0" fmla="*/ 0 w 408518"/>
              <a:gd name="connsiteY0" fmla="*/ 0 h 197660"/>
              <a:gd name="connsiteX1" fmla="*/ 408518 w 408518"/>
              <a:gd name="connsiteY1" fmla="*/ 0 h 197660"/>
              <a:gd name="connsiteX2" fmla="*/ 408518 w 408518"/>
              <a:gd name="connsiteY2" fmla="*/ 197661 h 197660"/>
              <a:gd name="connsiteX3" fmla="*/ 0 w 408518"/>
              <a:gd name="connsiteY3" fmla="*/ 197661 h 197660"/>
              <a:gd name="connsiteX4" fmla="*/ 0 w 408518"/>
              <a:gd name="connsiteY4" fmla="*/ 0 h 197660"/>
              <a:gd name="connsiteX5" fmla="*/ 0 w 408518"/>
              <a:gd name="connsiteY5" fmla="*/ 0 h 19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8518" h="197660">
                <a:moveTo>
                  <a:pt x="0" y="0"/>
                </a:moveTo>
                <a:lnTo>
                  <a:pt x="408518" y="0"/>
                </a:lnTo>
                <a:lnTo>
                  <a:pt x="408518" y="197661"/>
                </a:lnTo>
                <a:lnTo>
                  <a:pt x="0" y="197661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6727" cap="flat">
            <a:solidFill>
              <a:srgbClr val="727272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673A4E5A-76C5-158A-E2F2-53236901029D}"/>
              </a:ext>
            </a:extLst>
          </p:cNvPr>
          <p:cNvSpPr/>
          <p:nvPr/>
        </p:nvSpPr>
        <p:spPr>
          <a:xfrm>
            <a:off x="8752505" y="7659725"/>
            <a:ext cx="1812720" cy="2028260"/>
          </a:xfrm>
          <a:custGeom>
            <a:avLst/>
            <a:gdLst>
              <a:gd name="connsiteX0" fmla="*/ 1274510 w 1812720"/>
              <a:gd name="connsiteY0" fmla="*/ 35616 h 2028260"/>
              <a:gd name="connsiteX1" fmla="*/ 1274510 w 1812720"/>
              <a:gd name="connsiteY1" fmla="*/ 86131 h 2028260"/>
              <a:gd name="connsiteX2" fmla="*/ 719271 w 1812720"/>
              <a:gd name="connsiteY2" fmla="*/ 338564 h 2028260"/>
              <a:gd name="connsiteX3" fmla="*/ 517353 w 1812720"/>
              <a:gd name="connsiteY3" fmla="*/ 414336 h 2028260"/>
              <a:gd name="connsiteX4" fmla="*/ 441580 w 1812720"/>
              <a:gd name="connsiteY4" fmla="*/ 363821 h 2028260"/>
              <a:gd name="connsiteX5" fmla="*/ 315435 w 1812720"/>
              <a:gd name="connsiteY5" fmla="*/ 351193 h 2028260"/>
              <a:gd name="connsiteX6" fmla="*/ 164032 w 1812720"/>
              <a:gd name="connsiteY6" fmla="*/ 275420 h 2028260"/>
              <a:gd name="connsiteX7" fmla="*/ 0 w 1812720"/>
              <a:gd name="connsiteY7" fmla="*/ 262791 h 2028260"/>
              <a:gd name="connsiteX8" fmla="*/ 151403 w 1812720"/>
              <a:gd name="connsiteY8" fmla="*/ 401566 h 2028260"/>
              <a:gd name="connsiteX9" fmla="*/ 113517 w 1812720"/>
              <a:gd name="connsiteY9" fmla="*/ 552969 h 2028260"/>
              <a:gd name="connsiteX10" fmla="*/ 88259 w 1812720"/>
              <a:gd name="connsiteY10" fmla="*/ 792773 h 2028260"/>
              <a:gd name="connsiteX11" fmla="*/ 364673 w 1812720"/>
              <a:gd name="connsiteY11" fmla="*/ 923175 h 2028260"/>
              <a:gd name="connsiteX12" fmla="*/ 903877 w 1812720"/>
              <a:gd name="connsiteY12" fmla="*/ 2028261 h 2028260"/>
              <a:gd name="connsiteX13" fmla="*/ 1120695 w 1812720"/>
              <a:gd name="connsiteY13" fmla="*/ 1783490 h 2028260"/>
              <a:gd name="connsiteX14" fmla="*/ 1386323 w 1812720"/>
              <a:gd name="connsiteY14" fmla="*/ 1678629 h 2028260"/>
              <a:gd name="connsiteX15" fmla="*/ 1547092 w 1812720"/>
              <a:gd name="connsiteY15" fmla="*/ 1545815 h 2028260"/>
              <a:gd name="connsiteX16" fmla="*/ 1812721 w 1812720"/>
              <a:gd name="connsiteY16" fmla="*/ 1552768 h 2028260"/>
              <a:gd name="connsiteX17" fmla="*/ 1787606 w 1812720"/>
              <a:gd name="connsiteY17" fmla="*/ 1228393 h 2028260"/>
              <a:gd name="connsiteX18" fmla="*/ 1488489 w 1812720"/>
              <a:gd name="connsiteY18" fmla="*/ 881032 h 2028260"/>
              <a:gd name="connsiteX19" fmla="*/ 1479975 w 1812720"/>
              <a:gd name="connsiteY19" fmla="*/ 508271 h 2028260"/>
              <a:gd name="connsiteX20" fmla="*/ 1607114 w 1812720"/>
              <a:gd name="connsiteY20" fmla="*/ 347361 h 2028260"/>
              <a:gd name="connsiteX21" fmla="*/ 1556315 w 1812720"/>
              <a:gd name="connsiteY21" fmla="*/ 254136 h 2028260"/>
              <a:gd name="connsiteX22" fmla="*/ 1429176 w 1812720"/>
              <a:gd name="connsiteY22" fmla="*/ 0 h 2028260"/>
              <a:gd name="connsiteX23" fmla="*/ 1274368 w 1812720"/>
              <a:gd name="connsiteY23" fmla="*/ 35616 h 2028260"/>
              <a:gd name="connsiteX24" fmla="*/ 1274368 w 1812720"/>
              <a:gd name="connsiteY24" fmla="*/ 35616 h 2028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812720" h="2028260">
                <a:moveTo>
                  <a:pt x="1274510" y="35616"/>
                </a:moveTo>
                <a:lnTo>
                  <a:pt x="1274510" y="86131"/>
                </a:lnTo>
                <a:cubicBezTo>
                  <a:pt x="1194622" y="86131"/>
                  <a:pt x="982204" y="338564"/>
                  <a:pt x="719271" y="338564"/>
                </a:cubicBezTo>
                <a:cubicBezTo>
                  <a:pt x="618383" y="338564"/>
                  <a:pt x="618383" y="414336"/>
                  <a:pt x="517353" y="414336"/>
                </a:cubicBezTo>
                <a:cubicBezTo>
                  <a:pt x="517353" y="398444"/>
                  <a:pt x="459033" y="363821"/>
                  <a:pt x="441580" y="363821"/>
                </a:cubicBezTo>
                <a:cubicBezTo>
                  <a:pt x="441580" y="351193"/>
                  <a:pt x="328063" y="351193"/>
                  <a:pt x="315435" y="351193"/>
                </a:cubicBezTo>
                <a:cubicBezTo>
                  <a:pt x="315435" y="351193"/>
                  <a:pt x="171410" y="275420"/>
                  <a:pt x="164032" y="275420"/>
                </a:cubicBezTo>
                <a:cubicBezTo>
                  <a:pt x="164032" y="262791"/>
                  <a:pt x="25257" y="262791"/>
                  <a:pt x="0" y="262791"/>
                </a:cubicBezTo>
                <a:cubicBezTo>
                  <a:pt x="0" y="293725"/>
                  <a:pt x="150410" y="401566"/>
                  <a:pt x="151403" y="401566"/>
                </a:cubicBezTo>
                <a:cubicBezTo>
                  <a:pt x="151403" y="452081"/>
                  <a:pt x="113517" y="540340"/>
                  <a:pt x="113517" y="552969"/>
                </a:cubicBezTo>
                <a:cubicBezTo>
                  <a:pt x="42143" y="552969"/>
                  <a:pt x="88259" y="745805"/>
                  <a:pt x="88259" y="792773"/>
                </a:cubicBezTo>
                <a:cubicBezTo>
                  <a:pt x="236541" y="792773"/>
                  <a:pt x="416748" y="838038"/>
                  <a:pt x="364673" y="923175"/>
                </a:cubicBezTo>
                <a:cubicBezTo>
                  <a:pt x="869255" y="1128499"/>
                  <a:pt x="464142" y="2028261"/>
                  <a:pt x="903877" y="2028261"/>
                </a:cubicBezTo>
                <a:cubicBezTo>
                  <a:pt x="903877" y="1881399"/>
                  <a:pt x="952831" y="1783490"/>
                  <a:pt x="1120695" y="1783490"/>
                </a:cubicBezTo>
                <a:cubicBezTo>
                  <a:pt x="1120695" y="2091121"/>
                  <a:pt x="1365465" y="1699630"/>
                  <a:pt x="1386323" y="1678629"/>
                </a:cubicBezTo>
                <a:cubicBezTo>
                  <a:pt x="1386323" y="1678629"/>
                  <a:pt x="1456278" y="1454859"/>
                  <a:pt x="1547092" y="1545815"/>
                </a:cubicBezTo>
                <a:cubicBezTo>
                  <a:pt x="1561139" y="1559862"/>
                  <a:pt x="1763767" y="1552768"/>
                  <a:pt x="1812721" y="1552768"/>
                </a:cubicBezTo>
                <a:cubicBezTo>
                  <a:pt x="1812721" y="1462947"/>
                  <a:pt x="1794700" y="1341485"/>
                  <a:pt x="1787606" y="1228393"/>
                </a:cubicBezTo>
                <a:cubicBezTo>
                  <a:pt x="1773416" y="1228677"/>
                  <a:pt x="1488489" y="970285"/>
                  <a:pt x="1488489" y="881032"/>
                </a:cubicBezTo>
                <a:cubicBezTo>
                  <a:pt x="1348863" y="835200"/>
                  <a:pt x="1479975" y="597524"/>
                  <a:pt x="1479975" y="508271"/>
                </a:cubicBezTo>
                <a:cubicBezTo>
                  <a:pt x="1529213" y="508271"/>
                  <a:pt x="1607114" y="405255"/>
                  <a:pt x="1607114" y="347361"/>
                </a:cubicBezTo>
                <a:cubicBezTo>
                  <a:pt x="1603141" y="347361"/>
                  <a:pt x="1556315" y="271163"/>
                  <a:pt x="1556315" y="254136"/>
                </a:cubicBezTo>
                <a:cubicBezTo>
                  <a:pt x="1408885" y="254136"/>
                  <a:pt x="1429176" y="88685"/>
                  <a:pt x="1429176" y="0"/>
                </a:cubicBezTo>
                <a:cubicBezTo>
                  <a:pt x="1357519" y="0"/>
                  <a:pt x="1309558" y="35616"/>
                  <a:pt x="1274368" y="35616"/>
                </a:cubicBezTo>
                <a:lnTo>
                  <a:pt x="1274368" y="35616"/>
                </a:lnTo>
                <a:close/>
              </a:path>
            </a:pathLst>
          </a:custGeom>
          <a:noFill/>
          <a:ln w="56727" cap="flat">
            <a:solidFill>
              <a:srgbClr val="FDAD27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F98C51BC-8CF1-6479-F112-197AC7F0CA31}"/>
              </a:ext>
            </a:extLst>
          </p:cNvPr>
          <p:cNvSpPr/>
          <p:nvPr/>
        </p:nvSpPr>
        <p:spPr>
          <a:xfrm>
            <a:off x="12171498" y="15463184"/>
            <a:ext cx="2549962" cy="1670482"/>
          </a:xfrm>
          <a:custGeom>
            <a:avLst/>
            <a:gdLst>
              <a:gd name="connsiteX0" fmla="*/ 1410446 w 2549962"/>
              <a:gd name="connsiteY0" fmla="*/ 1670482 h 1670482"/>
              <a:gd name="connsiteX1" fmla="*/ 1431305 w 2549962"/>
              <a:gd name="connsiteY1" fmla="*/ 1633731 h 1670482"/>
              <a:gd name="connsiteX2" fmla="*/ 2452672 w 2549962"/>
              <a:gd name="connsiteY2" fmla="*/ 1033085 h 1670482"/>
              <a:gd name="connsiteX3" fmla="*/ 2543485 w 2549962"/>
              <a:gd name="connsiteY3" fmla="*/ 958306 h 1670482"/>
              <a:gd name="connsiteX4" fmla="*/ 2458064 w 2549962"/>
              <a:gd name="connsiteY4" fmla="*/ 947664 h 1670482"/>
              <a:gd name="connsiteX5" fmla="*/ 2458064 w 2549962"/>
              <a:gd name="connsiteY5" fmla="*/ 920988 h 1670482"/>
              <a:gd name="connsiteX6" fmla="*/ 2079060 w 2549962"/>
              <a:gd name="connsiteY6" fmla="*/ 990375 h 1670482"/>
              <a:gd name="connsiteX7" fmla="*/ 1924251 w 2549962"/>
              <a:gd name="connsiteY7" fmla="*/ 734110 h 1670482"/>
              <a:gd name="connsiteX8" fmla="*/ 1886932 w 2549962"/>
              <a:gd name="connsiteY8" fmla="*/ 520557 h 1670482"/>
              <a:gd name="connsiteX9" fmla="*/ 1806904 w 2549962"/>
              <a:gd name="connsiteY9" fmla="*/ 515165 h 1670482"/>
              <a:gd name="connsiteX10" fmla="*/ 1748159 w 2549962"/>
              <a:gd name="connsiteY10" fmla="*/ 370999 h 1670482"/>
              <a:gd name="connsiteX11" fmla="*/ 1769443 w 2549962"/>
              <a:gd name="connsiteY11" fmla="*/ 248258 h 1670482"/>
              <a:gd name="connsiteX12" fmla="*/ 1732124 w 2549962"/>
              <a:gd name="connsiteY12" fmla="*/ 184263 h 1670482"/>
              <a:gd name="connsiteX13" fmla="*/ 1689413 w 2549962"/>
              <a:gd name="connsiteY13" fmla="*/ 72166 h 1670482"/>
              <a:gd name="connsiteX14" fmla="*/ 1406473 w 2549962"/>
              <a:gd name="connsiteY14" fmla="*/ 82808 h 1670482"/>
              <a:gd name="connsiteX15" fmla="*/ 1267699 w 2549962"/>
              <a:gd name="connsiteY15" fmla="*/ 168230 h 1670482"/>
              <a:gd name="connsiteX16" fmla="*/ 1208954 w 2549962"/>
              <a:gd name="connsiteY16" fmla="*/ 178872 h 1670482"/>
              <a:gd name="connsiteX17" fmla="*/ 1198312 w 2549962"/>
              <a:gd name="connsiteY17" fmla="*/ 120127 h 1670482"/>
              <a:gd name="connsiteX18" fmla="*/ 1134174 w 2549962"/>
              <a:gd name="connsiteY18" fmla="*/ 136161 h 1670482"/>
              <a:gd name="connsiteX19" fmla="*/ 1118140 w 2549962"/>
              <a:gd name="connsiteY19" fmla="*/ 45347 h 1670482"/>
              <a:gd name="connsiteX20" fmla="*/ 641796 w 2549962"/>
              <a:gd name="connsiteY20" fmla="*/ 67767 h 1670482"/>
              <a:gd name="connsiteX21" fmla="*/ 467547 w 2549962"/>
              <a:gd name="connsiteY21" fmla="*/ 212926 h 1670482"/>
              <a:gd name="connsiteX22" fmla="*/ 160059 w 2549962"/>
              <a:gd name="connsiteY22" fmla="*/ 725455 h 1670482"/>
              <a:gd name="connsiteX23" fmla="*/ 0 w 2549962"/>
              <a:gd name="connsiteY23" fmla="*/ 831451 h 1670482"/>
              <a:gd name="connsiteX24" fmla="*/ 13338 w 2549962"/>
              <a:gd name="connsiteY24" fmla="*/ 833863 h 1670482"/>
              <a:gd name="connsiteX25" fmla="*/ 545022 w 2549962"/>
              <a:gd name="connsiteY25" fmla="*/ 871182 h 1670482"/>
              <a:gd name="connsiteX26" fmla="*/ 719271 w 2549962"/>
              <a:gd name="connsiteY26" fmla="*/ 967955 h 1670482"/>
              <a:gd name="connsiteX27" fmla="*/ 922466 w 2549962"/>
              <a:gd name="connsiteY27" fmla="*/ 987253 h 1670482"/>
              <a:gd name="connsiteX28" fmla="*/ 961203 w 2549962"/>
              <a:gd name="connsiteY28" fmla="*/ 1035639 h 1670482"/>
              <a:gd name="connsiteX29" fmla="*/ 1077274 w 2549962"/>
              <a:gd name="connsiteY29" fmla="*/ 1383994 h 1670482"/>
              <a:gd name="connsiteX30" fmla="*/ 1077274 w 2549962"/>
              <a:gd name="connsiteY30" fmla="*/ 1500065 h 1670482"/>
              <a:gd name="connsiteX31" fmla="*/ 1212785 w 2549962"/>
              <a:gd name="connsiteY31" fmla="*/ 1509714 h 1670482"/>
              <a:gd name="connsiteX32" fmla="*/ 1270820 w 2549962"/>
              <a:gd name="connsiteY32" fmla="*/ 1548451 h 1670482"/>
              <a:gd name="connsiteX33" fmla="*/ 1410446 w 2549962"/>
              <a:gd name="connsiteY33" fmla="*/ 1670340 h 1670482"/>
              <a:gd name="connsiteX34" fmla="*/ 1410446 w 2549962"/>
              <a:gd name="connsiteY34" fmla="*/ 1670340 h 1670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549962" h="1670482">
                <a:moveTo>
                  <a:pt x="1410446" y="1670482"/>
                </a:moveTo>
                <a:cubicBezTo>
                  <a:pt x="1416264" y="1656009"/>
                  <a:pt x="1422649" y="1642244"/>
                  <a:pt x="1431305" y="1633731"/>
                </a:cubicBezTo>
                <a:cubicBezTo>
                  <a:pt x="1575897" y="1489281"/>
                  <a:pt x="2395204" y="1104743"/>
                  <a:pt x="2452672" y="1033085"/>
                </a:cubicBezTo>
                <a:cubicBezTo>
                  <a:pt x="2510140" y="961428"/>
                  <a:pt x="2570020" y="1011517"/>
                  <a:pt x="2543485" y="958306"/>
                </a:cubicBezTo>
                <a:cubicBezTo>
                  <a:pt x="2514397" y="958306"/>
                  <a:pt x="2486443" y="953340"/>
                  <a:pt x="2458064" y="947664"/>
                </a:cubicBezTo>
                <a:lnTo>
                  <a:pt x="2458064" y="920988"/>
                </a:lnTo>
                <a:cubicBezTo>
                  <a:pt x="2391941" y="920988"/>
                  <a:pt x="2079060" y="926663"/>
                  <a:pt x="2079060" y="990375"/>
                </a:cubicBezTo>
                <a:cubicBezTo>
                  <a:pt x="1843371" y="990375"/>
                  <a:pt x="1884095" y="734110"/>
                  <a:pt x="1924251" y="734110"/>
                </a:cubicBezTo>
                <a:cubicBezTo>
                  <a:pt x="1924251" y="732691"/>
                  <a:pt x="1886932" y="559295"/>
                  <a:pt x="1886932" y="520557"/>
                </a:cubicBezTo>
                <a:cubicBezTo>
                  <a:pt x="1865507" y="515165"/>
                  <a:pt x="1833580" y="515165"/>
                  <a:pt x="1806904" y="515165"/>
                </a:cubicBezTo>
                <a:cubicBezTo>
                  <a:pt x="1806904" y="504807"/>
                  <a:pt x="1760219" y="370999"/>
                  <a:pt x="1748159" y="370999"/>
                </a:cubicBezTo>
                <a:cubicBezTo>
                  <a:pt x="1748159" y="331977"/>
                  <a:pt x="1769443" y="296645"/>
                  <a:pt x="1769443" y="248258"/>
                </a:cubicBezTo>
                <a:cubicBezTo>
                  <a:pt x="1729003" y="207818"/>
                  <a:pt x="1732124" y="246414"/>
                  <a:pt x="1732124" y="184263"/>
                </a:cubicBezTo>
                <a:cubicBezTo>
                  <a:pt x="1777673" y="184263"/>
                  <a:pt x="1689413" y="77132"/>
                  <a:pt x="1689413" y="72166"/>
                </a:cubicBezTo>
                <a:cubicBezTo>
                  <a:pt x="1646987" y="72166"/>
                  <a:pt x="1406473" y="75146"/>
                  <a:pt x="1406473" y="82808"/>
                </a:cubicBezTo>
                <a:cubicBezTo>
                  <a:pt x="1341059" y="82808"/>
                  <a:pt x="1267699" y="89619"/>
                  <a:pt x="1267699" y="168230"/>
                </a:cubicBezTo>
                <a:cubicBezTo>
                  <a:pt x="1267699" y="168230"/>
                  <a:pt x="1224988" y="178872"/>
                  <a:pt x="1208954" y="178872"/>
                </a:cubicBezTo>
                <a:cubicBezTo>
                  <a:pt x="1208954" y="168230"/>
                  <a:pt x="1214346" y="120127"/>
                  <a:pt x="1198312" y="120127"/>
                </a:cubicBezTo>
                <a:cubicBezTo>
                  <a:pt x="1198312" y="133465"/>
                  <a:pt x="1144249" y="136161"/>
                  <a:pt x="1134174" y="136161"/>
                </a:cubicBezTo>
                <a:cubicBezTo>
                  <a:pt x="1121830" y="123816"/>
                  <a:pt x="1118140" y="64504"/>
                  <a:pt x="1118140" y="45347"/>
                </a:cubicBezTo>
                <a:cubicBezTo>
                  <a:pt x="948149" y="45347"/>
                  <a:pt x="756447" y="-70297"/>
                  <a:pt x="641796" y="67767"/>
                </a:cubicBezTo>
                <a:cubicBezTo>
                  <a:pt x="606322" y="67767"/>
                  <a:pt x="467547" y="156026"/>
                  <a:pt x="467547" y="212926"/>
                </a:cubicBezTo>
                <a:cubicBezTo>
                  <a:pt x="462013" y="212926"/>
                  <a:pt x="291596" y="588809"/>
                  <a:pt x="160059" y="725455"/>
                </a:cubicBezTo>
                <a:cubicBezTo>
                  <a:pt x="123733" y="763057"/>
                  <a:pt x="61583" y="798957"/>
                  <a:pt x="0" y="831451"/>
                </a:cubicBezTo>
                <a:cubicBezTo>
                  <a:pt x="4257" y="832445"/>
                  <a:pt x="8656" y="833154"/>
                  <a:pt x="13338" y="833863"/>
                </a:cubicBezTo>
                <a:cubicBezTo>
                  <a:pt x="95922" y="845783"/>
                  <a:pt x="475068" y="871182"/>
                  <a:pt x="545022" y="871182"/>
                </a:cubicBezTo>
                <a:cubicBezTo>
                  <a:pt x="594260" y="903960"/>
                  <a:pt x="654283" y="967955"/>
                  <a:pt x="719271" y="967955"/>
                </a:cubicBezTo>
                <a:cubicBezTo>
                  <a:pt x="719271" y="967955"/>
                  <a:pt x="903168" y="987253"/>
                  <a:pt x="922466" y="987253"/>
                </a:cubicBezTo>
                <a:cubicBezTo>
                  <a:pt x="922466" y="1019747"/>
                  <a:pt x="924026" y="1035639"/>
                  <a:pt x="961203" y="1035639"/>
                </a:cubicBezTo>
                <a:cubicBezTo>
                  <a:pt x="961203" y="1054653"/>
                  <a:pt x="1033571" y="1383994"/>
                  <a:pt x="1077274" y="1383994"/>
                </a:cubicBezTo>
                <a:lnTo>
                  <a:pt x="1077274" y="1500065"/>
                </a:lnTo>
                <a:cubicBezTo>
                  <a:pt x="1098133" y="1520923"/>
                  <a:pt x="1181284" y="1509714"/>
                  <a:pt x="1212785" y="1509714"/>
                </a:cubicBezTo>
                <a:cubicBezTo>
                  <a:pt x="1212785" y="1519363"/>
                  <a:pt x="1261171" y="1548451"/>
                  <a:pt x="1270820" y="1548451"/>
                </a:cubicBezTo>
                <a:cubicBezTo>
                  <a:pt x="1270820" y="1659272"/>
                  <a:pt x="1369863" y="1640258"/>
                  <a:pt x="1410446" y="1670340"/>
                </a:cubicBezTo>
                <a:lnTo>
                  <a:pt x="1410446" y="1670340"/>
                </a:lnTo>
                <a:close/>
              </a:path>
            </a:pathLst>
          </a:custGeom>
          <a:solidFill>
            <a:srgbClr val="727272">
              <a:alpha val="56863"/>
            </a:srgbClr>
          </a:solidFill>
          <a:ln w="56727" cap="flat">
            <a:solidFill>
              <a:srgbClr val="727272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092EDEE0-9F53-E215-0D79-EF1F3CA7B919}"/>
              </a:ext>
            </a:extLst>
          </p:cNvPr>
          <p:cNvSpPr/>
          <p:nvPr/>
        </p:nvSpPr>
        <p:spPr>
          <a:xfrm>
            <a:off x="5875858" y="8547825"/>
            <a:ext cx="5433338" cy="3768189"/>
          </a:xfrm>
          <a:custGeom>
            <a:avLst/>
            <a:gdLst>
              <a:gd name="connsiteX0" fmla="*/ 3185990 w 5433338"/>
              <a:gd name="connsiteY0" fmla="*/ 25116 h 3768189"/>
              <a:gd name="connsiteX1" fmla="*/ 3135475 w 5433338"/>
              <a:gd name="connsiteY1" fmla="*/ 37744 h 3768189"/>
              <a:gd name="connsiteX2" fmla="*/ 2984072 w 5433338"/>
              <a:gd name="connsiteY2" fmla="*/ 252291 h 3768189"/>
              <a:gd name="connsiteX3" fmla="*/ 2769525 w 5433338"/>
              <a:gd name="connsiteY3" fmla="*/ 340692 h 3768189"/>
              <a:gd name="connsiteX4" fmla="*/ 2630751 w 5433338"/>
              <a:gd name="connsiteY4" fmla="*/ 403836 h 3768189"/>
              <a:gd name="connsiteX5" fmla="*/ 2567608 w 5433338"/>
              <a:gd name="connsiteY5" fmla="*/ 416465 h 3768189"/>
              <a:gd name="connsiteX6" fmla="*/ 2542350 w 5433338"/>
              <a:gd name="connsiteY6" fmla="*/ 340692 h 3768189"/>
              <a:gd name="connsiteX7" fmla="*/ 2479206 w 5433338"/>
              <a:gd name="connsiteY7" fmla="*/ 353321 h 3768189"/>
              <a:gd name="connsiteX8" fmla="*/ 2315175 w 5433338"/>
              <a:gd name="connsiteY8" fmla="*/ 403836 h 3768189"/>
              <a:gd name="connsiteX9" fmla="*/ 2226915 w 5433338"/>
              <a:gd name="connsiteY9" fmla="*/ 315435 h 3768189"/>
              <a:gd name="connsiteX10" fmla="*/ 2201658 w 5433338"/>
              <a:gd name="connsiteY10" fmla="*/ 315435 h 3768189"/>
              <a:gd name="connsiteX11" fmla="*/ 2151143 w 5433338"/>
              <a:gd name="connsiteY11" fmla="*/ 290177 h 3768189"/>
              <a:gd name="connsiteX12" fmla="*/ 2075370 w 5433338"/>
              <a:gd name="connsiteY12" fmla="*/ 277549 h 3768189"/>
              <a:gd name="connsiteX13" fmla="*/ 2075370 w 5433338"/>
              <a:gd name="connsiteY13" fmla="*/ 126146 h 3768189"/>
              <a:gd name="connsiteX14" fmla="*/ 2024855 w 5433338"/>
              <a:gd name="connsiteY14" fmla="*/ 25258 h 3768189"/>
              <a:gd name="connsiteX15" fmla="*/ 1999598 w 5433338"/>
              <a:gd name="connsiteY15" fmla="*/ 0 h 3768189"/>
              <a:gd name="connsiteX16" fmla="*/ 1974341 w 5433338"/>
              <a:gd name="connsiteY16" fmla="*/ 0 h 3768189"/>
              <a:gd name="connsiteX17" fmla="*/ 1785051 w 5433338"/>
              <a:gd name="connsiteY17" fmla="*/ 75773 h 3768189"/>
              <a:gd name="connsiteX18" fmla="*/ 1785051 w 5433338"/>
              <a:gd name="connsiteY18" fmla="*/ 25258 h 3768189"/>
              <a:gd name="connsiteX19" fmla="*/ 1721908 w 5433338"/>
              <a:gd name="connsiteY19" fmla="*/ 25258 h 3768189"/>
              <a:gd name="connsiteX20" fmla="*/ 1267557 w 5433338"/>
              <a:gd name="connsiteY20" fmla="*/ 113659 h 3768189"/>
              <a:gd name="connsiteX21" fmla="*/ 1267557 w 5433338"/>
              <a:gd name="connsiteY21" fmla="*/ 151545 h 3768189"/>
              <a:gd name="connsiteX22" fmla="*/ 1254928 w 5433338"/>
              <a:gd name="connsiteY22" fmla="*/ 302948 h 3768189"/>
              <a:gd name="connsiteX23" fmla="*/ 1318072 w 5433338"/>
              <a:gd name="connsiteY23" fmla="*/ 302948 h 3768189"/>
              <a:gd name="connsiteX24" fmla="*/ 1381215 w 5433338"/>
              <a:gd name="connsiteY24" fmla="*/ 366092 h 3768189"/>
              <a:gd name="connsiteX25" fmla="*/ 1381215 w 5433338"/>
              <a:gd name="connsiteY25" fmla="*/ 466980 h 3768189"/>
              <a:gd name="connsiteX26" fmla="*/ 1318072 w 5433338"/>
              <a:gd name="connsiteY26" fmla="*/ 416465 h 3768189"/>
              <a:gd name="connsiteX27" fmla="*/ 1280185 w 5433338"/>
              <a:gd name="connsiteY27" fmla="*/ 416465 h 3768189"/>
              <a:gd name="connsiteX28" fmla="*/ 1280185 w 5433338"/>
              <a:gd name="connsiteY28" fmla="*/ 454351 h 3768189"/>
              <a:gd name="connsiteX29" fmla="*/ 1229671 w 5433338"/>
              <a:gd name="connsiteY29" fmla="*/ 454351 h 3768189"/>
              <a:gd name="connsiteX30" fmla="*/ 1179156 w 5433338"/>
              <a:gd name="connsiteY30" fmla="*/ 782414 h 3768189"/>
              <a:gd name="connsiteX31" fmla="*/ 1229671 w 5433338"/>
              <a:gd name="connsiteY31" fmla="*/ 807672 h 3768189"/>
              <a:gd name="connsiteX32" fmla="*/ 1242299 w 5433338"/>
              <a:gd name="connsiteY32" fmla="*/ 820301 h 3768189"/>
              <a:gd name="connsiteX33" fmla="*/ 1242299 w 5433338"/>
              <a:gd name="connsiteY33" fmla="*/ 908702 h 3768189"/>
              <a:gd name="connsiteX34" fmla="*/ 1305443 w 5433338"/>
              <a:gd name="connsiteY34" fmla="*/ 971845 h 3768189"/>
              <a:gd name="connsiteX35" fmla="*/ 1166669 w 5433338"/>
              <a:gd name="connsiteY35" fmla="*/ 1880405 h 3768189"/>
              <a:gd name="connsiteX36" fmla="*/ 1053152 w 5433338"/>
              <a:gd name="connsiteY36" fmla="*/ 2031809 h 3768189"/>
              <a:gd name="connsiteX37" fmla="*/ 863863 w 5433338"/>
              <a:gd name="connsiteY37" fmla="*/ 1993922 h 3768189"/>
              <a:gd name="connsiteX38" fmla="*/ 661945 w 5433338"/>
              <a:gd name="connsiteY38" fmla="*/ 2094810 h 3768189"/>
              <a:gd name="connsiteX39" fmla="*/ 523170 w 5433338"/>
              <a:gd name="connsiteY39" fmla="*/ 2120068 h 3768189"/>
              <a:gd name="connsiteX40" fmla="*/ 427107 w 5433338"/>
              <a:gd name="connsiteY40" fmla="*/ 2255011 h 3768189"/>
              <a:gd name="connsiteX41" fmla="*/ 283508 w 5433338"/>
              <a:gd name="connsiteY41" fmla="*/ 2334615 h 3768189"/>
              <a:gd name="connsiteX42" fmla="*/ 182478 w 5433338"/>
              <a:gd name="connsiteY42" fmla="*/ 2549161 h 3768189"/>
              <a:gd name="connsiteX43" fmla="*/ 186309 w 5433338"/>
              <a:gd name="connsiteY43" fmla="*/ 2787830 h 3768189"/>
              <a:gd name="connsiteX44" fmla="*/ 135511 w 5433338"/>
              <a:gd name="connsiteY44" fmla="*/ 2821743 h 3768189"/>
              <a:gd name="connsiteX45" fmla="*/ 0 w 5433338"/>
              <a:gd name="connsiteY45" fmla="*/ 2923483 h 3768189"/>
              <a:gd name="connsiteX46" fmla="*/ 295427 w 5433338"/>
              <a:gd name="connsiteY46" fmla="*/ 3091346 h 3768189"/>
              <a:gd name="connsiteX47" fmla="*/ 871383 w 5433338"/>
              <a:gd name="connsiteY47" fmla="*/ 3225012 h 3768189"/>
              <a:gd name="connsiteX48" fmla="*/ 2066431 w 5433338"/>
              <a:gd name="connsiteY48" fmla="*/ 3718242 h 3768189"/>
              <a:gd name="connsiteX49" fmla="*/ 2173421 w 5433338"/>
              <a:gd name="connsiteY49" fmla="*/ 3768189 h 3768189"/>
              <a:gd name="connsiteX50" fmla="*/ 2337878 w 5433338"/>
              <a:gd name="connsiteY50" fmla="*/ 3669004 h 3768189"/>
              <a:gd name="connsiteX51" fmla="*/ 2548168 w 5433338"/>
              <a:gd name="connsiteY51" fmla="*/ 3688728 h 3768189"/>
              <a:gd name="connsiteX52" fmla="*/ 2600669 w 5433338"/>
              <a:gd name="connsiteY52" fmla="*/ 3669004 h 3768189"/>
              <a:gd name="connsiteX53" fmla="*/ 2725538 w 5433338"/>
              <a:gd name="connsiteY53" fmla="*/ 3662477 h 3768189"/>
              <a:gd name="connsiteX54" fmla="*/ 2738734 w 5433338"/>
              <a:gd name="connsiteY54" fmla="*/ 3655950 h 3768189"/>
              <a:gd name="connsiteX55" fmla="*/ 2751931 w 5433338"/>
              <a:gd name="connsiteY55" fmla="*/ 3583725 h 3768189"/>
              <a:gd name="connsiteX56" fmla="*/ 2850548 w 5433338"/>
              <a:gd name="connsiteY56" fmla="*/ 3531081 h 3768189"/>
              <a:gd name="connsiteX57" fmla="*/ 2955693 w 5433338"/>
              <a:gd name="connsiteY57" fmla="*/ 3458856 h 3768189"/>
              <a:gd name="connsiteX58" fmla="*/ 3014864 w 5433338"/>
              <a:gd name="connsiteY58" fmla="*/ 3399686 h 3768189"/>
              <a:gd name="connsiteX59" fmla="*/ 3126536 w 5433338"/>
              <a:gd name="connsiteY59" fmla="*/ 3281344 h 3768189"/>
              <a:gd name="connsiteX60" fmla="*/ 3192234 w 5433338"/>
              <a:gd name="connsiteY60" fmla="*/ 3189396 h 3768189"/>
              <a:gd name="connsiteX61" fmla="*/ 3435443 w 5433338"/>
              <a:gd name="connsiteY61" fmla="*/ 3189396 h 3768189"/>
              <a:gd name="connsiteX62" fmla="*/ 3461694 w 5433338"/>
              <a:gd name="connsiteY62" fmla="*/ 3242039 h 3768189"/>
              <a:gd name="connsiteX63" fmla="*/ 3599759 w 5433338"/>
              <a:gd name="connsiteY63" fmla="*/ 3406355 h 3768189"/>
              <a:gd name="connsiteX64" fmla="*/ 3704904 w 5433338"/>
              <a:gd name="connsiteY64" fmla="*/ 3458856 h 3768189"/>
              <a:gd name="connsiteX65" fmla="*/ 3777271 w 5433338"/>
              <a:gd name="connsiteY65" fmla="*/ 3439133 h 3768189"/>
              <a:gd name="connsiteX66" fmla="*/ 3810049 w 5433338"/>
              <a:gd name="connsiteY66" fmla="*/ 3458856 h 3768189"/>
              <a:gd name="connsiteX67" fmla="*/ 4730102 w 5433338"/>
              <a:gd name="connsiteY67" fmla="*/ 3458856 h 3768189"/>
              <a:gd name="connsiteX68" fmla="*/ 4782746 w 5433338"/>
              <a:gd name="connsiteY68" fmla="*/ 3255094 h 3768189"/>
              <a:gd name="connsiteX69" fmla="*/ 4857099 w 5433338"/>
              <a:gd name="connsiteY69" fmla="*/ 3019263 h 3768189"/>
              <a:gd name="connsiteX70" fmla="*/ 4795800 w 5433338"/>
              <a:gd name="connsiteY70" fmla="*/ 2880630 h 3768189"/>
              <a:gd name="connsiteX71" fmla="*/ 5387223 w 5433338"/>
              <a:gd name="connsiteY71" fmla="*/ 1553193 h 3768189"/>
              <a:gd name="connsiteX72" fmla="*/ 5420142 w 5433338"/>
              <a:gd name="connsiteY72" fmla="*/ 1454576 h 3768189"/>
              <a:gd name="connsiteX73" fmla="*/ 5433339 w 5433338"/>
              <a:gd name="connsiteY73" fmla="*/ 1415129 h 3768189"/>
              <a:gd name="connsiteX74" fmla="*/ 5347917 w 5433338"/>
              <a:gd name="connsiteY74" fmla="*/ 1382209 h 3768189"/>
              <a:gd name="connsiteX75" fmla="*/ 5085126 w 5433338"/>
              <a:gd name="connsiteY75" fmla="*/ 1211366 h 3768189"/>
              <a:gd name="connsiteX76" fmla="*/ 4881363 w 5433338"/>
              <a:gd name="connsiteY76" fmla="*/ 1211366 h 3768189"/>
              <a:gd name="connsiteX77" fmla="*/ 4802469 w 5433338"/>
              <a:gd name="connsiteY77" fmla="*/ 1073301 h 3768189"/>
              <a:gd name="connsiteX78" fmla="*/ 4684128 w 5433338"/>
              <a:gd name="connsiteY78" fmla="*/ 895931 h 3768189"/>
              <a:gd name="connsiteX79" fmla="*/ 4670932 w 5433338"/>
              <a:gd name="connsiteY79" fmla="*/ 646194 h 3768189"/>
              <a:gd name="connsiteX80" fmla="*/ 4670932 w 5433338"/>
              <a:gd name="connsiteY80" fmla="*/ 646194 h 3768189"/>
              <a:gd name="connsiteX81" fmla="*/ 4405302 w 5433338"/>
              <a:gd name="connsiteY81" fmla="*/ 639809 h 3768189"/>
              <a:gd name="connsiteX82" fmla="*/ 4244534 w 5433338"/>
              <a:gd name="connsiteY82" fmla="*/ 772624 h 3768189"/>
              <a:gd name="connsiteX83" fmla="*/ 3978905 w 5433338"/>
              <a:gd name="connsiteY83" fmla="*/ 877485 h 3768189"/>
              <a:gd name="connsiteX84" fmla="*/ 3762230 w 5433338"/>
              <a:gd name="connsiteY84" fmla="*/ 1122255 h 3768189"/>
              <a:gd name="connsiteX85" fmla="*/ 3228275 w 5433338"/>
              <a:gd name="connsiteY85" fmla="*/ 19298 h 3768189"/>
              <a:gd name="connsiteX86" fmla="*/ 3186274 w 5433338"/>
              <a:gd name="connsiteY86" fmla="*/ 25399 h 3768189"/>
              <a:gd name="connsiteX87" fmla="*/ 3186274 w 5433338"/>
              <a:gd name="connsiteY87" fmla="*/ 25399 h 3768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433338" h="3768189">
                <a:moveTo>
                  <a:pt x="3185990" y="25116"/>
                </a:moveTo>
                <a:cubicBezTo>
                  <a:pt x="3185990" y="37744"/>
                  <a:pt x="3148104" y="37744"/>
                  <a:pt x="3135475" y="37744"/>
                </a:cubicBezTo>
                <a:cubicBezTo>
                  <a:pt x="3135475" y="48387"/>
                  <a:pt x="2984072" y="80171"/>
                  <a:pt x="2984072" y="252291"/>
                </a:cubicBezTo>
                <a:cubicBezTo>
                  <a:pt x="2940936" y="252291"/>
                  <a:pt x="2769525" y="260521"/>
                  <a:pt x="2769525" y="340692"/>
                </a:cubicBezTo>
                <a:cubicBezTo>
                  <a:pt x="2718727" y="340692"/>
                  <a:pt x="2681550" y="403836"/>
                  <a:pt x="2630751" y="403836"/>
                </a:cubicBezTo>
                <a:cubicBezTo>
                  <a:pt x="2630751" y="416465"/>
                  <a:pt x="2580236" y="416465"/>
                  <a:pt x="2567608" y="416465"/>
                </a:cubicBezTo>
                <a:cubicBezTo>
                  <a:pt x="2567608" y="389788"/>
                  <a:pt x="2562641" y="360983"/>
                  <a:pt x="2542350" y="340692"/>
                </a:cubicBezTo>
                <a:cubicBezTo>
                  <a:pt x="2512694" y="340692"/>
                  <a:pt x="2499214" y="333314"/>
                  <a:pt x="2479206" y="353321"/>
                </a:cubicBezTo>
                <a:cubicBezTo>
                  <a:pt x="2479206" y="416181"/>
                  <a:pt x="2364980" y="403836"/>
                  <a:pt x="2315175" y="403836"/>
                </a:cubicBezTo>
                <a:cubicBezTo>
                  <a:pt x="2315175" y="378578"/>
                  <a:pt x="2226915" y="340692"/>
                  <a:pt x="2226915" y="315435"/>
                </a:cubicBezTo>
                <a:lnTo>
                  <a:pt x="2201658" y="315435"/>
                </a:lnTo>
                <a:cubicBezTo>
                  <a:pt x="2201658" y="302806"/>
                  <a:pt x="2163772" y="290177"/>
                  <a:pt x="2151143" y="290177"/>
                </a:cubicBezTo>
                <a:cubicBezTo>
                  <a:pt x="2151143" y="277549"/>
                  <a:pt x="2087999" y="277549"/>
                  <a:pt x="2075370" y="277549"/>
                </a:cubicBezTo>
                <a:lnTo>
                  <a:pt x="2075370" y="126146"/>
                </a:lnTo>
                <a:cubicBezTo>
                  <a:pt x="2071255" y="126146"/>
                  <a:pt x="2024855" y="46400"/>
                  <a:pt x="2024855" y="25258"/>
                </a:cubicBezTo>
                <a:lnTo>
                  <a:pt x="1999598" y="0"/>
                </a:lnTo>
                <a:lnTo>
                  <a:pt x="1974341" y="0"/>
                </a:lnTo>
                <a:cubicBezTo>
                  <a:pt x="1974341" y="31927"/>
                  <a:pt x="1824215" y="75773"/>
                  <a:pt x="1785051" y="75773"/>
                </a:cubicBezTo>
                <a:lnTo>
                  <a:pt x="1785051" y="25258"/>
                </a:lnTo>
                <a:lnTo>
                  <a:pt x="1721908" y="25258"/>
                </a:lnTo>
                <a:cubicBezTo>
                  <a:pt x="1560430" y="186877"/>
                  <a:pt x="1633932" y="113659"/>
                  <a:pt x="1267557" y="113659"/>
                </a:cubicBezTo>
                <a:lnTo>
                  <a:pt x="1267557" y="151545"/>
                </a:lnTo>
                <a:cubicBezTo>
                  <a:pt x="1254928" y="151545"/>
                  <a:pt x="1254928" y="277690"/>
                  <a:pt x="1254928" y="302948"/>
                </a:cubicBezTo>
                <a:lnTo>
                  <a:pt x="1318072" y="302948"/>
                </a:lnTo>
                <a:cubicBezTo>
                  <a:pt x="1318072" y="304367"/>
                  <a:pt x="1380222" y="366092"/>
                  <a:pt x="1381215" y="366092"/>
                </a:cubicBezTo>
                <a:lnTo>
                  <a:pt x="1381215" y="466980"/>
                </a:lnTo>
                <a:cubicBezTo>
                  <a:pt x="1358938" y="466980"/>
                  <a:pt x="1318072" y="442999"/>
                  <a:pt x="1318072" y="416465"/>
                </a:cubicBezTo>
                <a:lnTo>
                  <a:pt x="1280185" y="416465"/>
                </a:lnTo>
                <a:lnTo>
                  <a:pt x="1280185" y="454351"/>
                </a:lnTo>
                <a:lnTo>
                  <a:pt x="1229671" y="454351"/>
                </a:lnTo>
                <a:cubicBezTo>
                  <a:pt x="1181426" y="550698"/>
                  <a:pt x="1179156" y="677695"/>
                  <a:pt x="1179156" y="782414"/>
                </a:cubicBezTo>
                <a:lnTo>
                  <a:pt x="1229671" y="807672"/>
                </a:lnTo>
                <a:lnTo>
                  <a:pt x="1242299" y="820301"/>
                </a:lnTo>
                <a:lnTo>
                  <a:pt x="1242299" y="908702"/>
                </a:lnTo>
                <a:cubicBezTo>
                  <a:pt x="1254928" y="908702"/>
                  <a:pt x="1280185" y="971845"/>
                  <a:pt x="1305443" y="971845"/>
                </a:cubicBezTo>
                <a:cubicBezTo>
                  <a:pt x="1305443" y="1249962"/>
                  <a:pt x="1166669" y="1690407"/>
                  <a:pt x="1166669" y="1880405"/>
                </a:cubicBezTo>
                <a:cubicBezTo>
                  <a:pt x="1166669" y="2023436"/>
                  <a:pt x="1169507" y="2031809"/>
                  <a:pt x="1053152" y="2031809"/>
                </a:cubicBezTo>
                <a:cubicBezTo>
                  <a:pt x="1053152" y="1993922"/>
                  <a:pt x="889120" y="1993922"/>
                  <a:pt x="863863" y="1993922"/>
                </a:cubicBezTo>
                <a:cubicBezTo>
                  <a:pt x="810226" y="2101196"/>
                  <a:pt x="801003" y="2094810"/>
                  <a:pt x="661945" y="2094810"/>
                </a:cubicBezTo>
                <a:cubicBezTo>
                  <a:pt x="611430" y="2094810"/>
                  <a:pt x="548428" y="2120068"/>
                  <a:pt x="523170" y="2120068"/>
                </a:cubicBezTo>
                <a:cubicBezTo>
                  <a:pt x="523170" y="2131845"/>
                  <a:pt x="435763" y="2248484"/>
                  <a:pt x="427107" y="2255011"/>
                </a:cubicBezTo>
                <a:cubicBezTo>
                  <a:pt x="374463" y="2295167"/>
                  <a:pt x="283508" y="2327945"/>
                  <a:pt x="283508" y="2334615"/>
                </a:cubicBezTo>
                <a:cubicBezTo>
                  <a:pt x="203053" y="2415070"/>
                  <a:pt x="277265" y="2454517"/>
                  <a:pt x="182478" y="2549161"/>
                </a:cubicBezTo>
                <a:cubicBezTo>
                  <a:pt x="135511" y="2626778"/>
                  <a:pt x="186309" y="2703118"/>
                  <a:pt x="186309" y="2787830"/>
                </a:cubicBezTo>
                <a:cubicBezTo>
                  <a:pt x="186309" y="2787830"/>
                  <a:pt x="135511" y="2813230"/>
                  <a:pt x="135511" y="2821743"/>
                </a:cubicBezTo>
                <a:cubicBezTo>
                  <a:pt x="87408" y="2821743"/>
                  <a:pt x="19440" y="2923483"/>
                  <a:pt x="0" y="2923483"/>
                </a:cubicBezTo>
                <a:cubicBezTo>
                  <a:pt x="0" y="2970734"/>
                  <a:pt x="246331" y="3075879"/>
                  <a:pt x="295427" y="3091346"/>
                </a:cubicBezTo>
                <a:cubicBezTo>
                  <a:pt x="476770" y="3151793"/>
                  <a:pt x="686918" y="3164564"/>
                  <a:pt x="871383" y="3225012"/>
                </a:cubicBezTo>
                <a:cubicBezTo>
                  <a:pt x="1088626" y="3296243"/>
                  <a:pt x="1893602" y="3718242"/>
                  <a:pt x="2066431" y="3718242"/>
                </a:cubicBezTo>
                <a:cubicBezTo>
                  <a:pt x="2074377" y="3721222"/>
                  <a:pt x="2173421" y="3756270"/>
                  <a:pt x="2173421" y="3768189"/>
                </a:cubicBezTo>
                <a:cubicBezTo>
                  <a:pt x="2191158" y="3768189"/>
                  <a:pt x="2337878" y="3684187"/>
                  <a:pt x="2337878" y="3669004"/>
                </a:cubicBezTo>
                <a:cubicBezTo>
                  <a:pt x="2370798" y="3669004"/>
                  <a:pt x="2548168" y="3642753"/>
                  <a:pt x="2548168" y="3688728"/>
                </a:cubicBezTo>
                <a:cubicBezTo>
                  <a:pt x="2561364" y="3688728"/>
                  <a:pt x="2600669" y="3688728"/>
                  <a:pt x="2600669" y="3669004"/>
                </a:cubicBezTo>
                <a:cubicBezTo>
                  <a:pt x="2639549" y="3669004"/>
                  <a:pt x="2682401" y="3662477"/>
                  <a:pt x="2725538" y="3662477"/>
                </a:cubicBezTo>
                <a:cubicBezTo>
                  <a:pt x="2725538" y="3655950"/>
                  <a:pt x="2732065" y="3655950"/>
                  <a:pt x="2738734" y="3655950"/>
                </a:cubicBezTo>
                <a:cubicBezTo>
                  <a:pt x="2738734" y="3655950"/>
                  <a:pt x="2751931" y="3603306"/>
                  <a:pt x="2751931" y="3583725"/>
                </a:cubicBezTo>
                <a:cubicBezTo>
                  <a:pt x="2780735" y="3562015"/>
                  <a:pt x="2810675" y="3531081"/>
                  <a:pt x="2850548" y="3531081"/>
                </a:cubicBezTo>
                <a:cubicBezTo>
                  <a:pt x="2889995" y="3498161"/>
                  <a:pt x="2899928" y="3478863"/>
                  <a:pt x="2955693" y="3458856"/>
                </a:cubicBezTo>
                <a:cubicBezTo>
                  <a:pt x="2978680" y="3450626"/>
                  <a:pt x="2979248" y="3432321"/>
                  <a:pt x="3014864" y="3399686"/>
                </a:cubicBezTo>
                <a:cubicBezTo>
                  <a:pt x="3049628" y="3364921"/>
                  <a:pt x="3093900" y="3281344"/>
                  <a:pt x="3126536" y="3281344"/>
                </a:cubicBezTo>
                <a:cubicBezTo>
                  <a:pt x="3126536" y="3268148"/>
                  <a:pt x="3192234" y="3202450"/>
                  <a:pt x="3192234" y="3189396"/>
                </a:cubicBezTo>
                <a:lnTo>
                  <a:pt x="3435443" y="3189396"/>
                </a:lnTo>
                <a:cubicBezTo>
                  <a:pt x="3456160" y="3215221"/>
                  <a:pt x="3461694" y="3211673"/>
                  <a:pt x="3461694" y="3242039"/>
                </a:cubicBezTo>
                <a:cubicBezTo>
                  <a:pt x="3489080" y="3242039"/>
                  <a:pt x="3579326" y="3406355"/>
                  <a:pt x="3599759" y="3406355"/>
                </a:cubicBezTo>
                <a:cubicBezTo>
                  <a:pt x="3599759" y="3477445"/>
                  <a:pt x="3704904" y="3490499"/>
                  <a:pt x="3704904" y="3458856"/>
                </a:cubicBezTo>
                <a:cubicBezTo>
                  <a:pt x="3723067" y="3458856"/>
                  <a:pt x="3717958" y="3439133"/>
                  <a:pt x="3777271" y="3439133"/>
                </a:cubicBezTo>
                <a:cubicBezTo>
                  <a:pt x="3777271" y="3442112"/>
                  <a:pt x="3799123" y="3447930"/>
                  <a:pt x="3810049" y="3458856"/>
                </a:cubicBezTo>
                <a:lnTo>
                  <a:pt x="4730102" y="3458856"/>
                </a:lnTo>
                <a:cubicBezTo>
                  <a:pt x="4781611" y="3373009"/>
                  <a:pt x="4782746" y="3391597"/>
                  <a:pt x="4782746" y="3255094"/>
                </a:cubicBezTo>
                <a:cubicBezTo>
                  <a:pt x="4782746" y="3109508"/>
                  <a:pt x="4874269" y="3079852"/>
                  <a:pt x="4857099" y="3019263"/>
                </a:cubicBezTo>
                <a:cubicBezTo>
                  <a:pt x="4841916" y="2965342"/>
                  <a:pt x="4795800" y="2887725"/>
                  <a:pt x="4795800" y="2880630"/>
                </a:cubicBezTo>
                <a:cubicBezTo>
                  <a:pt x="4716480" y="2801594"/>
                  <a:pt x="5312159" y="1709705"/>
                  <a:pt x="5387223" y="1553193"/>
                </a:cubicBezTo>
                <a:cubicBezTo>
                  <a:pt x="5393466" y="1534605"/>
                  <a:pt x="5420142" y="1470326"/>
                  <a:pt x="5420142" y="1454576"/>
                </a:cubicBezTo>
                <a:cubicBezTo>
                  <a:pt x="5426670" y="1454576"/>
                  <a:pt x="5433339" y="1421656"/>
                  <a:pt x="5433339" y="1415129"/>
                </a:cubicBezTo>
                <a:cubicBezTo>
                  <a:pt x="5413615" y="1415129"/>
                  <a:pt x="5347917" y="1401932"/>
                  <a:pt x="5347917" y="1382209"/>
                </a:cubicBezTo>
                <a:cubicBezTo>
                  <a:pt x="5292294" y="1382209"/>
                  <a:pt x="5132945" y="1211366"/>
                  <a:pt x="5085126" y="1211366"/>
                </a:cubicBezTo>
                <a:cubicBezTo>
                  <a:pt x="5071788" y="1241022"/>
                  <a:pt x="4937271" y="1241164"/>
                  <a:pt x="4881363" y="1211366"/>
                </a:cubicBezTo>
                <a:cubicBezTo>
                  <a:pt x="4854829" y="1197176"/>
                  <a:pt x="4802469" y="1112748"/>
                  <a:pt x="4802469" y="1073301"/>
                </a:cubicBezTo>
                <a:cubicBezTo>
                  <a:pt x="4782604" y="1073301"/>
                  <a:pt x="4685972" y="897776"/>
                  <a:pt x="4684128" y="895931"/>
                </a:cubicBezTo>
                <a:lnTo>
                  <a:pt x="4670932" y="646194"/>
                </a:lnTo>
                <a:lnTo>
                  <a:pt x="4670932" y="646194"/>
                </a:lnTo>
                <a:cubicBezTo>
                  <a:pt x="4670932" y="646194"/>
                  <a:pt x="4420627" y="655134"/>
                  <a:pt x="4405302" y="639809"/>
                </a:cubicBezTo>
                <a:cubicBezTo>
                  <a:pt x="4314489" y="548996"/>
                  <a:pt x="4244534" y="772624"/>
                  <a:pt x="4244534" y="772624"/>
                </a:cubicBezTo>
                <a:cubicBezTo>
                  <a:pt x="4223534" y="793624"/>
                  <a:pt x="3978905" y="1185115"/>
                  <a:pt x="3978905" y="877485"/>
                </a:cubicBezTo>
                <a:cubicBezTo>
                  <a:pt x="3811184" y="877485"/>
                  <a:pt x="3762230" y="975393"/>
                  <a:pt x="3762230" y="1122255"/>
                </a:cubicBezTo>
                <a:cubicBezTo>
                  <a:pt x="3324055" y="1122255"/>
                  <a:pt x="3724769" y="228736"/>
                  <a:pt x="3228275" y="19298"/>
                </a:cubicBezTo>
                <a:cubicBezTo>
                  <a:pt x="3217207" y="14615"/>
                  <a:pt x="3200605" y="25399"/>
                  <a:pt x="3186274" y="25399"/>
                </a:cubicBezTo>
                <a:lnTo>
                  <a:pt x="3186274" y="25399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FFFF0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E4A074EC-FC73-7124-421B-2C047E6C6B1D}"/>
              </a:ext>
            </a:extLst>
          </p:cNvPr>
          <p:cNvSpPr/>
          <p:nvPr/>
        </p:nvSpPr>
        <p:spPr>
          <a:xfrm>
            <a:off x="5875858" y="11486774"/>
            <a:ext cx="2266062" cy="1288854"/>
          </a:xfrm>
          <a:custGeom>
            <a:avLst/>
            <a:gdLst>
              <a:gd name="connsiteX0" fmla="*/ 0 w 2266062"/>
              <a:gd name="connsiteY0" fmla="*/ 426 h 1288854"/>
              <a:gd name="connsiteX1" fmla="*/ 148565 w 2266062"/>
              <a:gd name="connsiteY1" fmla="*/ 486845 h 1288854"/>
              <a:gd name="connsiteX2" fmla="*/ 220364 w 2266062"/>
              <a:gd name="connsiteY2" fmla="*/ 746657 h 1288854"/>
              <a:gd name="connsiteX3" fmla="*/ 228878 w 2266062"/>
              <a:gd name="connsiteY3" fmla="*/ 755170 h 1288854"/>
              <a:gd name="connsiteX4" fmla="*/ 533955 w 2266062"/>
              <a:gd name="connsiteY4" fmla="*/ 949994 h 1288854"/>
              <a:gd name="connsiteX5" fmla="*/ 864430 w 2266062"/>
              <a:gd name="connsiteY5" fmla="*/ 924594 h 1288854"/>
              <a:gd name="connsiteX6" fmla="*/ 1008455 w 2266062"/>
              <a:gd name="connsiteY6" fmla="*/ 746657 h 1288854"/>
              <a:gd name="connsiteX7" fmla="*/ 1033854 w 2266062"/>
              <a:gd name="connsiteY7" fmla="*/ 1136445 h 1288854"/>
              <a:gd name="connsiteX8" fmla="*/ 1042368 w 2266062"/>
              <a:gd name="connsiteY8" fmla="*/ 1195757 h 1288854"/>
              <a:gd name="connsiteX9" fmla="*/ 1194906 w 2266062"/>
              <a:gd name="connsiteY9" fmla="*/ 1246556 h 1288854"/>
              <a:gd name="connsiteX10" fmla="*/ 1372844 w 2266062"/>
              <a:gd name="connsiteY10" fmla="*/ 1212643 h 1288854"/>
              <a:gd name="connsiteX11" fmla="*/ 1669406 w 2266062"/>
              <a:gd name="connsiteY11" fmla="*/ 1288841 h 1288854"/>
              <a:gd name="connsiteX12" fmla="*/ 2262531 w 2266062"/>
              <a:gd name="connsiteY12" fmla="*/ 882167 h 1288854"/>
              <a:gd name="connsiteX13" fmla="*/ 2241673 w 2266062"/>
              <a:gd name="connsiteY13" fmla="*/ 860883 h 1288854"/>
              <a:gd name="connsiteX14" fmla="*/ 2208611 w 2266062"/>
              <a:gd name="connsiteY14" fmla="*/ 814625 h 1288854"/>
              <a:gd name="connsiteX15" fmla="*/ 2173846 w 2266062"/>
              <a:gd name="connsiteY15" fmla="*/ 828672 h 1288854"/>
              <a:gd name="connsiteX16" fmla="*/ 2066857 w 2266062"/>
              <a:gd name="connsiteY16" fmla="*/ 778725 h 1288854"/>
              <a:gd name="connsiteX17" fmla="*/ 871809 w 2266062"/>
              <a:gd name="connsiteY17" fmla="*/ 285495 h 1288854"/>
              <a:gd name="connsiteX18" fmla="*/ 295853 w 2266062"/>
              <a:gd name="connsiteY18" fmla="*/ 151829 h 1288854"/>
              <a:gd name="connsiteX19" fmla="*/ 14899 w 2266062"/>
              <a:gd name="connsiteY19" fmla="*/ 7804 h 1288854"/>
              <a:gd name="connsiteX20" fmla="*/ 426 w 2266062"/>
              <a:gd name="connsiteY20" fmla="*/ 0 h 1288854"/>
              <a:gd name="connsiteX21" fmla="*/ 426 w 2266062"/>
              <a:gd name="connsiteY21" fmla="*/ 0 h 1288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66062" h="1288854">
                <a:moveTo>
                  <a:pt x="0" y="426"/>
                </a:moveTo>
                <a:cubicBezTo>
                  <a:pt x="0" y="314016"/>
                  <a:pt x="98050" y="432215"/>
                  <a:pt x="148565" y="486845"/>
                </a:cubicBezTo>
                <a:cubicBezTo>
                  <a:pt x="220081" y="564179"/>
                  <a:pt x="220364" y="639100"/>
                  <a:pt x="220364" y="746657"/>
                </a:cubicBezTo>
                <a:lnTo>
                  <a:pt x="228878" y="755170"/>
                </a:lnTo>
                <a:cubicBezTo>
                  <a:pt x="307914" y="755170"/>
                  <a:pt x="533955" y="863011"/>
                  <a:pt x="533955" y="949994"/>
                </a:cubicBezTo>
                <a:cubicBezTo>
                  <a:pt x="598092" y="949994"/>
                  <a:pt x="864430" y="981069"/>
                  <a:pt x="864430" y="924594"/>
                </a:cubicBezTo>
                <a:cubicBezTo>
                  <a:pt x="877768" y="924594"/>
                  <a:pt x="994549" y="746657"/>
                  <a:pt x="1008455" y="746657"/>
                </a:cubicBezTo>
                <a:cubicBezTo>
                  <a:pt x="1008455" y="882167"/>
                  <a:pt x="1033854" y="1017820"/>
                  <a:pt x="1033854" y="1136445"/>
                </a:cubicBezTo>
                <a:cubicBezTo>
                  <a:pt x="1042368" y="1136445"/>
                  <a:pt x="1042368" y="1187244"/>
                  <a:pt x="1042368" y="1195757"/>
                </a:cubicBezTo>
                <a:cubicBezTo>
                  <a:pt x="1043219" y="1195757"/>
                  <a:pt x="1067058" y="1246556"/>
                  <a:pt x="1194906" y="1246556"/>
                </a:cubicBezTo>
                <a:cubicBezTo>
                  <a:pt x="1194906" y="1212643"/>
                  <a:pt x="1347444" y="1212643"/>
                  <a:pt x="1372844" y="1212643"/>
                </a:cubicBezTo>
                <a:cubicBezTo>
                  <a:pt x="1471745" y="1212643"/>
                  <a:pt x="1582566" y="1288841"/>
                  <a:pt x="1669406" y="1288841"/>
                </a:cubicBezTo>
                <a:cubicBezTo>
                  <a:pt x="1729854" y="1291537"/>
                  <a:pt x="2262531" y="887843"/>
                  <a:pt x="2262531" y="882167"/>
                </a:cubicBezTo>
                <a:cubicBezTo>
                  <a:pt x="2277147" y="882167"/>
                  <a:pt x="2241673" y="872377"/>
                  <a:pt x="2241673" y="860883"/>
                </a:cubicBezTo>
                <a:cubicBezTo>
                  <a:pt x="2241389" y="860883"/>
                  <a:pt x="2227057" y="840592"/>
                  <a:pt x="2208611" y="814625"/>
                </a:cubicBezTo>
                <a:cubicBezTo>
                  <a:pt x="2200381" y="818740"/>
                  <a:pt x="2182644" y="828672"/>
                  <a:pt x="2173846" y="828672"/>
                </a:cubicBezTo>
                <a:cubicBezTo>
                  <a:pt x="2173846" y="816753"/>
                  <a:pt x="2074803" y="781705"/>
                  <a:pt x="2066857" y="778725"/>
                </a:cubicBezTo>
                <a:cubicBezTo>
                  <a:pt x="1894027" y="778725"/>
                  <a:pt x="1089052" y="356868"/>
                  <a:pt x="871809" y="285495"/>
                </a:cubicBezTo>
                <a:cubicBezTo>
                  <a:pt x="687202" y="225047"/>
                  <a:pt x="477196" y="212276"/>
                  <a:pt x="295853" y="151829"/>
                </a:cubicBezTo>
                <a:cubicBezTo>
                  <a:pt x="253852" y="138491"/>
                  <a:pt x="68252" y="60022"/>
                  <a:pt x="14899" y="7804"/>
                </a:cubicBezTo>
                <a:cubicBezTo>
                  <a:pt x="10075" y="5534"/>
                  <a:pt x="5392" y="2980"/>
                  <a:pt x="426" y="0"/>
                </a:cubicBezTo>
                <a:lnTo>
                  <a:pt x="426" y="0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FEC001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8C1A0168-767E-F6A0-4194-9E5558371945}"/>
              </a:ext>
            </a:extLst>
          </p:cNvPr>
          <p:cNvSpPr/>
          <p:nvPr/>
        </p:nvSpPr>
        <p:spPr>
          <a:xfrm>
            <a:off x="8083901" y="11736795"/>
            <a:ext cx="2147311" cy="1792287"/>
          </a:xfrm>
          <a:custGeom>
            <a:avLst/>
            <a:gdLst>
              <a:gd name="connsiteX0" fmla="*/ 259102 w 2147311"/>
              <a:gd name="connsiteY0" fmla="*/ 599227 h 1792287"/>
              <a:gd name="connsiteX1" fmla="*/ 367510 w 2147311"/>
              <a:gd name="connsiteY1" fmla="*/ 598376 h 1792287"/>
              <a:gd name="connsiteX2" fmla="*/ 592132 w 2147311"/>
              <a:gd name="connsiteY2" fmla="*/ 1313389 h 1792287"/>
              <a:gd name="connsiteX3" fmla="*/ 892809 w 2147311"/>
              <a:gd name="connsiteY3" fmla="*/ 1437264 h 1792287"/>
              <a:gd name="connsiteX4" fmla="*/ 1816268 w 2147311"/>
              <a:gd name="connsiteY4" fmla="*/ 1767740 h 1792287"/>
              <a:gd name="connsiteX5" fmla="*/ 1832303 w 2147311"/>
              <a:gd name="connsiteY5" fmla="*/ 1792288 h 1792287"/>
              <a:gd name="connsiteX6" fmla="*/ 2147312 w 2147311"/>
              <a:gd name="connsiteY6" fmla="*/ 1376675 h 1792287"/>
              <a:gd name="connsiteX7" fmla="*/ 2068843 w 2147311"/>
              <a:gd name="connsiteY7" fmla="*/ 1189656 h 1792287"/>
              <a:gd name="connsiteX8" fmla="*/ 2056782 w 2147311"/>
              <a:gd name="connsiteY8" fmla="*/ 990576 h 1792287"/>
              <a:gd name="connsiteX9" fmla="*/ 1616337 w 2147311"/>
              <a:gd name="connsiteY9" fmla="*/ 930270 h 1792287"/>
              <a:gd name="connsiteX10" fmla="*/ 1582282 w 2147311"/>
              <a:gd name="connsiteY10" fmla="*/ 257257 h 1792287"/>
              <a:gd name="connsiteX11" fmla="*/ 1580154 w 2147311"/>
              <a:gd name="connsiteY11" fmla="*/ 256264 h 1792287"/>
              <a:gd name="connsiteX12" fmla="*/ 1568944 w 2147311"/>
              <a:gd name="connsiteY12" fmla="*/ 250021 h 1792287"/>
              <a:gd name="connsiteX13" fmla="*/ 1516726 w 2147311"/>
              <a:gd name="connsiteY13" fmla="*/ 260237 h 1792287"/>
              <a:gd name="connsiteX14" fmla="*/ 1510199 w 2147311"/>
              <a:gd name="connsiteY14" fmla="*/ 264636 h 1792287"/>
              <a:gd name="connsiteX15" fmla="*/ 1497002 w 2147311"/>
              <a:gd name="connsiteY15" fmla="*/ 269602 h 1792287"/>
              <a:gd name="connsiteX16" fmla="*/ 1480684 w 2147311"/>
              <a:gd name="connsiteY16" fmla="*/ 284643 h 1792287"/>
              <a:gd name="connsiteX17" fmla="*/ 1457697 w 2147311"/>
              <a:gd name="connsiteY17" fmla="*/ 284927 h 1792287"/>
              <a:gd name="connsiteX18" fmla="*/ 1391574 w 2147311"/>
              <a:gd name="connsiteY18" fmla="*/ 216959 h 1792287"/>
              <a:gd name="connsiteX19" fmla="*/ 1253509 w 2147311"/>
              <a:gd name="connsiteY19" fmla="*/ 52643 h 1792287"/>
              <a:gd name="connsiteX20" fmla="*/ 1227258 w 2147311"/>
              <a:gd name="connsiteY20" fmla="*/ 0 h 1792287"/>
              <a:gd name="connsiteX21" fmla="*/ 984049 w 2147311"/>
              <a:gd name="connsiteY21" fmla="*/ 0 h 1792287"/>
              <a:gd name="connsiteX22" fmla="*/ 918351 w 2147311"/>
              <a:gd name="connsiteY22" fmla="*/ 91949 h 1792287"/>
              <a:gd name="connsiteX23" fmla="*/ 806679 w 2147311"/>
              <a:gd name="connsiteY23" fmla="*/ 210290 h 1792287"/>
              <a:gd name="connsiteX24" fmla="*/ 747508 w 2147311"/>
              <a:gd name="connsiteY24" fmla="*/ 269460 h 1792287"/>
              <a:gd name="connsiteX25" fmla="*/ 642363 w 2147311"/>
              <a:gd name="connsiteY25" fmla="*/ 341686 h 1792287"/>
              <a:gd name="connsiteX26" fmla="*/ 543745 w 2147311"/>
              <a:gd name="connsiteY26" fmla="*/ 394329 h 1792287"/>
              <a:gd name="connsiteX27" fmla="*/ 530549 w 2147311"/>
              <a:gd name="connsiteY27" fmla="*/ 466554 h 1792287"/>
              <a:gd name="connsiteX28" fmla="*/ 517353 w 2147311"/>
              <a:gd name="connsiteY28" fmla="*/ 473081 h 1792287"/>
              <a:gd name="connsiteX29" fmla="*/ 392484 w 2147311"/>
              <a:gd name="connsiteY29" fmla="*/ 479609 h 1792287"/>
              <a:gd name="connsiteX30" fmla="*/ 339983 w 2147311"/>
              <a:gd name="connsiteY30" fmla="*/ 499332 h 1792287"/>
              <a:gd name="connsiteX31" fmla="*/ 129693 w 2147311"/>
              <a:gd name="connsiteY31" fmla="*/ 479609 h 1792287"/>
              <a:gd name="connsiteX32" fmla="*/ 0 w 2147311"/>
              <a:gd name="connsiteY32" fmla="*/ 564604 h 1792287"/>
              <a:gd name="connsiteX33" fmla="*/ 33062 w 2147311"/>
              <a:gd name="connsiteY33" fmla="*/ 610862 h 1792287"/>
              <a:gd name="connsiteX34" fmla="*/ 57184 w 2147311"/>
              <a:gd name="connsiteY34" fmla="*/ 630728 h 1792287"/>
              <a:gd name="connsiteX35" fmla="*/ 258960 w 2147311"/>
              <a:gd name="connsiteY35" fmla="*/ 599085 h 1792287"/>
              <a:gd name="connsiteX36" fmla="*/ 258960 w 2147311"/>
              <a:gd name="connsiteY36" fmla="*/ 599085 h 1792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147311" h="1792287">
                <a:moveTo>
                  <a:pt x="259102" y="599227"/>
                </a:moveTo>
                <a:cubicBezTo>
                  <a:pt x="304509" y="615970"/>
                  <a:pt x="355733" y="598376"/>
                  <a:pt x="367510" y="598376"/>
                </a:cubicBezTo>
                <a:cubicBezTo>
                  <a:pt x="409937" y="1065213"/>
                  <a:pt x="287339" y="966879"/>
                  <a:pt x="592132" y="1313389"/>
                </a:cubicBezTo>
                <a:cubicBezTo>
                  <a:pt x="627038" y="1353120"/>
                  <a:pt x="661519" y="1437264"/>
                  <a:pt x="892809" y="1437264"/>
                </a:cubicBezTo>
                <a:cubicBezTo>
                  <a:pt x="1239887" y="1437264"/>
                  <a:pt x="1361208" y="1767740"/>
                  <a:pt x="1816268" y="1767740"/>
                </a:cubicBezTo>
                <a:cubicBezTo>
                  <a:pt x="1826769" y="1778240"/>
                  <a:pt x="1825066" y="1779659"/>
                  <a:pt x="1832303" y="1792288"/>
                </a:cubicBezTo>
                <a:cubicBezTo>
                  <a:pt x="1990800" y="1699204"/>
                  <a:pt x="2049120" y="1376675"/>
                  <a:pt x="2147312" y="1376675"/>
                </a:cubicBezTo>
                <a:cubicBezTo>
                  <a:pt x="2147312" y="1316369"/>
                  <a:pt x="2068843" y="1231799"/>
                  <a:pt x="2068843" y="1189656"/>
                </a:cubicBezTo>
                <a:cubicBezTo>
                  <a:pt x="2068843" y="1147513"/>
                  <a:pt x="2080905" y="1014698"/>
                  <a:pt x="2056782" y="990576"/>
                </a:cubicBezTo>
                <a:cubicBezTo>
                  <a:pt x="1996476" y="930270"/>
                  <a:pt x="1730989" y="930270"/>
                  <a:pt x="1616337" y="930270"/>
                </a:cubicBezTo>
                <a:cubicBezTo>
                  <a:pt x="1616337" y="631579"/>
                  <a:pt x="1589944" y="482304"/>
                  <a:pt x="1582282" y="257257"/>
                </a:cubicBezTo>
                <a:lnTo>
                  <a:pt x="1580154" y="256264"/>
                </a:lnTo>
                <a:cubicBezTo>
                  <a:pt x="1574478" y="255697"/>
                  <a:pt x="1568944" y="254278"/>
                  <a:pt x="1568944" y="250021"/>
                </a:cubicBezTo>
                <a:cubicBezTo>
                  <a:pt x="1538436" y="250021"/>
                  <a:pt x="1525098" y="255271"/>
                  <a:pt x="1516726" y="260237"/>
                </a:cubicBezTo>
                <a:cubicBezTo>
                  <a:pt x="1515733" y="265062"/>
                  <a:pt x="1515591" y="262366"/>
                  <a:pt x="1510199" y="264636"/>
                </a:cubicBezTo>
                <a:cubicBezTo>
                  <a:pt x="1505516" y="267900"/>
                  <a:pt x="1502820" y="269319"/>
                  <a:pt x="1497002" y="269602"/>
                </a:cubicBezTo>
                <a:cubicBezTo>
                  <a:pt x="1496435" y="269602"/>
                  <a:pt x="1496435" y="281096"/>
                  <a:pt x="1480684" y="284643"/>
                </a:cubicBezTo>
                <a:cubicBezTo>
                  <a:pt x="1471036" y="288758"/>
                  <a:pt x="1460110" y="289893"/>
                  <a:pt x="1457697" y="284927"/>
                </a:cubicBezTo>
                <a:cubicBezTo>
                  <a:pt x="1427757" y="280529"/>
                  <a:pt x="1391574" y="258677"/>
                  <a:pt x="1391574" y="216959"/>
                </a:cubicBezTo>
                <a:cubicBezTo>
                  <a:pt x="1371141" y="216959"/>
                  <a:pt x="1281037" y="52643"/>
                  <a:pt x="1253509" y="52643"/>
                </a:cubicBezTo>
                <a:cubicBezTo>
                  <a:pt x="1253509" y="22278"/>
                  <a:pt x="1247833" y="25967"/>
                  <a:pt x="1227258" y="0"/>
                </a:cubicBezTo>
                <a:lnTo>
                  <a:pt x="984049" y="0"/>
                </a:lnTo>
                <a:cubicBezTo>
                  <a:pt x="984049" y="13196"/>
                  <a:pt x="918351" y="78894"/>
                  <a:pt x="918351" y="91949"/>
                </a:cubicBezTo>
                <a:cubicBezTo>
                  <a:pt x="885715" y="91949"/>
                  <a:pt x="841301" y="175525"/>
                  <a:pt x="806679" y="210290"/>
                </a:cubicBezTo>
                <a:cubicBezTo>
                  <a:pt x="771063" y="242926"/>
                  <a:pt x="770495" y="261231"/>
                  <a:pt x="747508" y="269460"/>
                </a:cubicBezTo>
                <a:cubicBezTo>
                  <a:pt x="691743" y="289610"/>
                  <a:pt x="681810" y="308908"/>
                  <a:pt x="642363" y="341686"/>
                </a:cubicBezTo>
                <a:cubicBezTo>
                  <a:pt x="602632" y="341686"/>
                  <a:pt x="572692" y="372619"/>
                  <a:pt x="543745" y="394329"/>
                </a:cubicBezTo>
                <a:cubicBezTo>
                  <a:pt x="543745" y="414052"/>
                  <a:pt x="530549" y="466554"/>
                  <a:pt x="530549" y="466554"/>
                </a:cubicBezTo>
                <a:cubicBezTo>
                  <a:pt x="524022" y="466554"/>
                  <a:pt x="517353" y="466554"/>
                  <a:pt x="517353" y="473081"/>
                </a:cubicBezTo>
                <a:cubicBezTo>
                  <a:pt x="474216" y="473081"/>
                  <a:pt x="431364" y="479609"/>
                  <a:pt x="392484" y="479609"/>
                </a:cubicBezTo>
                <a:cubicBezTo>
                  <a:pt x="392484" y="499332"/>
                  <a:pt x="353037" y="499332"/>
                  <a:pt x="339983" y="499332"/>
                </a:cubicBezTo>
                <a:cubicBezTo>
                  <a:pt x="339983" y="453358"/>
                  <a:pt x="162613" y="479609"/>
                  <a:pt x="129693" y="479609"/>
                </a:cubicBezTo>
                <a:cubicBezTo>
                  <a:pt x="129693" y="490960"/>
                  <a:pt x="48954" y="540056"/>
                  <a:pt x="0" y="564604"/>
                </a:cubicBezTo>
                <a:cubicBezTo>
                  <a:pt x="18447" y="590571"/>
                  <a:pt x="32778" y="610862"/>
                  <a:pt x="33062" y="610862"/>
                </a:cubicBezTo>
                <a:cubicBezTo>
                  <a:pt x="33062" y="622356"/>
                  <a:pt x="51792" y="624200"/>
                  <a:pt x="57184" y="630728"/>
                </a:cubicBezTo>
                <a:cubicBezTo>
                  <a:pt x="151687" y="637113"/>
                  <a:pt x="245906" y="594118"/>
                  <a:pt x="258960" y="599085"/>
                </a:cubicBezTo>
                <a:lnTo>
                  <a:pt x="258960" y="599085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FEC001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D1543A88-9A6E-CFBE-42F7-42DF3A18D6BB}"/>
              </a:ext>
            </a:extLst>
          </p:cNvPr>
          <p:cNvSpPr/>
          <p:nvPr/>
        </p:nvSpPr>
        <p:spPr>
          <a:xfrm>
            <a:off x="9665899" y="11568790"/>
            <a:ext cx="3465808" cy="3340372"/>
          </a:xfrm>
          <a:custGeom>
            <a:avLst/>
            <a:gdLst>
              <a:gd name="connsiteX0" fmla="*/ 395464 w 3465808"/>
              <a:gd name="connsiteY0" fmla="*/ 2274592 h 3340372"/>
              <a:gd name="connsiteX1" fmla="*/ 395464 w 3465808"/>
              <a:gd name="connsiteY1" fmla="*/ 2401731 h 3340372"/>
              <a:gd name="connsiteX2" fmla="*/ 310752 w 3465808"/>
              <a:gd name="connsiteY2" fmla="*/ 2401731 h 3340372"/>
              <a:gd name="connsiteX3" fmla="*/ 429377 w 3465808"/>
              <a:gd name="connsiteY3" fmla="*/ 2562641 h 3340372"/>
              <a:gd name="connsiteX4" fmla="*/ 429377 w 3465808"/>
              <a:gd name="connsiteY4" fmla="*/ 2749092 h 3340372"/>
              <a:gd name="connsiteX5" fmla="*/ 1005475 w 3465808"/>
              <a:gd name="connsiteY5" fmla="*/ 2783006 h 3340372"/>
              <a:gd name="connsiteX6" fmla="*/ 1013988 w 3465808"/>
              <a:gd name="connsiteY6" fmla="*/ 2791520 h 3340372"/>
              <a:gd name="connsiteX7" fmla="*/ 963190 w 3465808"/>
              <a:gd name="connsiteY7" fmla="*/ 2910144 h 3340372"/>
              <a:gd name="connsiteX8" fmla="*/ 1143256 w 3465808"/>
              <a:gd name="connsiteY8" fmla="*/ 3134056 h 3340372"/>
              <a:gd name="connsiteX9" fmla="*/ 1227258 w 3465808"/>
              <a:gd name="connsiteY9" fmla="*/ 3190105 h 3340372"/>
              <a:gd name="connsiteX10" fmla="*/ 1388452 w 3465808"/>
              <a:gd name="connsiteY10" fmla="*/ 3101420 h 3340372"/>
              <a:gd name="connsiteX11" fmla="*/ 1990233 w 3465808"/>
              <a:gd name="connsiteY11" fmla="*/ 3179321 h 3340372"/>
              <a:gd name="connsiteX12" fmla="*/ 2301836 w 3465808"/>
              <a:gd name="connsiteY12" fmla="*/ 3093332 h 3340372"/>
              <a:gd name="connsiteX13" fmla="*/ 2387825 w 3465808"/>
              <a:gd name="connsiteY13" fmla="*/ 3278648 h 3340372"/>
              <a:gd name="connsiteX14" fmla="*/ 2549019 w 3465808"/>
              <a:gd name="connsiteY14" fmla="*/ 3340373 h 3340372"/>
              <a:gd name="connsiteX15" fmla="*/ 2535539 w 3465808"/>
              <a:gd name="connsiteY15" fmla="*/ 3042250 h 3340372"/>
              <a:gd name="connsiteX16" fmla="*/ 2696733 w 3465808"/>
              <a:gd name="connsiteY16" fmla="*/ 2816635 h 3340372"/>
              <a:gd name="connsiteX17" fmla="*/ 2757606 w 3465808"/>
              <a:gd name="connsiteY17" fmla="*/ 2751647 h 3340372"/>
              <a:gd name="connsiteX18" fmla="*/ 2783006 w 3465808"/>
              <a:gd name="connsiteY18" fmla="*/ 2672894 h 3340372"/>
              <a:gd name="connsiteX19" fmla="*/ 2908867 w 3465808"/>
              <a:gd name="connsiteY19" fmla="*/ 2626352 h 3340372"/>
              <a:gd name="connsiteX20" fmla="*/ 2978680 w 3465808"/>
              <a:gd name="connsiteY20" fmla="*/ 2510282 h 3340372"/>
              <a:gd name="connsiteX21" fmla="*/ 3026925 w 3465808"/>
              <a:gd name="connsiteY21" fmla="*/ 2398468 h 3340372"/>
              <a:gd name="connsiteX22" fmla="*/ 3146401 w 3465808"/>
              <a:gd name="connsiteY22" fmla="*/ 2360298 h 3340372"/>
              <a:gd name="connsiteX23" fmla="*/ 3154064 w 3465808"/>
              <a:gd name="connsiteY23" fmla="*/ 2357744 h 3340372"/>
              <a:gd name="connsiteX24" fmla="*/ 3187125 w 3465808"/>
              <a:gd name="connsiteY24" fmla="*/ 2197685 h 3340372"/>
              <a:gd name="connsiteX25" fmla="*/ 3268148 w 3465808"/>
              <a:gd name="connsiteY25" fmla="*/ 2071539 h 3340372"/>
              <a:gd name="connsiteX26" fmla="*/ 3263323 w 3465808"/>
              <a:gd name="connsiteY26" fmla="*/ 1948516 h 3340372"/>
              <a:gd name="connsiteX27" fmla="*/ 3364921 w 3465808"/>
              <a:gd name="connsiteY27" fmla="*/ 1689271 h 3340372"/>
              <a:gd name="connsiteX28" fmla="*/ 3316676 w 3465808"/>
              <a:gd name="connsiteY28" fmla="*/ 1295226 h 3340372"/>
              <a:gd name="connsiteX29" fmla="*/ 3344630 w 3465808"/>
              <a:gd name="connsiteY29" fmla="*/ 1096998 h 3340372"/>
              <a:gd name="connsiteX30" fmla="*/ 3464106 w 3465808"/>
              <a:gd name="connsiteY30" fmla="*/ 791921 h 3340372"/>
              <a:gd name="connsiteX31" fmla="*/ 3465809 w 3465808"/>
              <a:gd name="connsiteY31" fmla="*/ 773759 h 3340372"/>
              <a:gd name="connsiteX32" fmla="*/ 1770720 w 3465808"/>
              <a:gd name="connsiteY32" fmla="*/ 637538 h 3340372"/>
              <a:gd name="connsiteX33" fmla="*/ 1418676 w 3465808"/>
              <a:gd name="connsiteY33" fmla="*/ 577233 h 3340372"/>
              <a:gd name="connsiteX34" fmla="*/ 1221440 w 3465808"/>
              <a:gd name="connsiteY34" fmla="*/ 415897 h 3340372"/>
              <a:gd name="connsiteX35" fmla="*/ 1197318 w 3465808"/>
              <a:gd name="connsiteY35" fmla="*/ 325935 h 3340372"/>
              <a:gd name="connsiteX36" fmla="*/ 1182277 w 3465808"/>
              <a:gd name="connsiteY36" fmla="*/ 240372 h 3340372"/>
              <a:gd name="connsiteX37" fmla="*/ 1099268 w 3465808"/>
              <a:gd name="connsiteY37" fmla="*/ 26677 h 3340372"/>
              <a:gd name="connsiteX38" fmla="*/ 1067199 w 3465808"/>
              <a:gd name="connsiteY38" fmla="*/ 0 h 3340372"/>
              <a:gd name="connsiteX39" fmla="*/ 992278 w 3465808"/>
              <a:gd name="connsiteY39" fmla="*/ 233986 h 3340372"/>
              <a:gd name="connsiteX40" fmla="*/ 975818 w 3465808"/>
              <a:gd name="connsiteY40" fmla="*/ 377727 h 3340372"/>
              <a:gd name="connsiteX41" fmla="*/ 939635 w 3465808"/>
              <a:gd name="connsiteY41" fmla="*/ 437749 h 3340372"/>
              <a:gd name="connsiteX42" fmla="*/ 19582 w 3465808"/>
              <a:gd name="connsiteY42" fmla="*/ 437749 h 3340372"/>
              <a:gd name="connsiteX43" fmla="*/ 0 w 3465808"/>
              <a:gd name="connsiteY43" fmla="*/ 425262 h 3340372"/>
              <a:gd name="connsiteX44" fmla="*/ 34055 w 3465808"/>
              <a:gd name="connsiteY44" fmla="*/ 1098275 h 3340372"/>
              <a:gd name="connsiteX45" fmla="*/ 474500 w 3465808"/>
              <a:gd name="connsiteY45" fmla="*/ 1158581 h 3340372"/>
              <a:gd name="connsiteX46" fmla="*/ 486561 w 3465808"/>
              <a:gd name="connsiteY46" fmla="*/ 1357661 h 3340372"/>
              <a:gd name="connsiteX47" fmla="*/ 565030 w 3465808"/>
              <a:gd name="connsiteY47" fmla="*/ 1544680 h 3340372"/>
              <a:gd name="connsiteX48" fmla="*/ 250021 w 3465808"/>
              <a:gd name="connsiteY48" fmla="*/ 1960293 h 3340372"/>
              <a:gd name="connsiteX49" fmla="*/ 395038 w 3465808"/>
              <a:gd name="connsiteY49" fmla="*/ 2274592 h 3340372"/>
              <a:gd name="connsiteX50" fmla="*/ 395038 w 3465808"/>
              <a:gd name="connsiteY50" fmla="*/ 2274592 h 334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465808" h="3340372">
                <a:moveTo>
                  <a:pt x="395464" y="2274592"/>
                </a:moveTo>
                <a:lnTo>
                  <a:pt x="395464" y="2401731"/>
                </a:lnTo>
                <a:lnTo>
                  <a:pt x="310752" y="2401731"/>
                </a:lnTo>
                <a:cubicBezTo>
                  <a:pt x="310752" y="2427130"/>
                  <a:pt x="429377" y="2511842"/>
                  <a:pt x="429377" y="2562641"/>
                </a:cubicBezTo>
                <a:lnTo>
                  <a:pt x="429377" y="2749092"/>
                </a:lnTo>
                <a:cubicBezTo>
                  <a:pt x="619092" y="2749092"/>
                  <a:pt x="833071" y="2783006"/>
                  <a:pt x="1005475" y="2783006"/>
                </a:cubicBezTo>
                <a:lnTo>
                  <a:pt x="1013988" y="2791520"/>
                </a:lnTo>
                <a:cubicBezTo>
                  <a:pt x="1013988" y="2808547"/>
                  <a:pt x="971562" y="2910144"/>
                  <a:pt x="963190" y="2910144"/>
                </a:cubicBezTo>
                <a:cubicBezTo>
                  <a:pt x="963190" y="3022526"/>
                  <a:pt x="1084794" y="3057858"/>
                  <a:pt x="1143256" y="3134056"/>
                </a:cubicBezTo>
                <a:cubicBezTo>
                  <a:pt x="1174331" y="3139165"/>
                  <a:pt x="1190223" y="3153070"/>
                  <a:pt x="1227258" y="3190105"/>
                </a:cubicBezTo>
                <a:cubicBezTo>
                  <a:pt x="1238042" y="3200889"/>
                  <a:pt x="1369580" y="3120292"/>
                  <a:pt x="1388452" y="3101420"/>
                </a:cubicBezTo>
                <a:cubicBezTo>
                  <a:pt x="1598032" y="2891840"/>
                  <a:pt x="1812863" y="3179321"/>
                  <a:pt x="1990233" y="3179321"/>
                </a:cubicBezTo>
                <a:cubicBezTo>
                  <a:pt x="2049403" y="3179321"/>
                  <a:pt x="2256146" y="3139023"/>
                  <a:pt x="2301836" y="3093332"/>
                </a:cubicBezTo>
                <a:cubicBezTo>
                  <a:pt x="2441462" y="2953565"/>
                  <a:pt x="2387825" y="3275952"/>
                  <a:pt x="2387825" y="3278648"/>
                </a:cubicBezTo>
                <a:cubicBezTo>
                  <a:pt x="2433516" y="3278648"/>
                  <a:pt x="2506025" y="3340373"/>
                  <a:pt x="2549019" y="3340373"/>
                </a:cubicBezTo>
                <a:cubicBezTo>
                  <a:pt x="2549019" y="3222174"/>
                  <a:pt x="2511417" y="3171091"/>
                  <a:pt x="2535539" y="3042250"/>
                </a:cubicBezTo>
                <a:cubicBezTo>
                  <a:pt x="2551715" y="2961653"/>
                  <a:pt x="2696733" y="2875664"/>
                  <a:pt x="2696733" y="2816635"/>
                </a:cubicBezTo>
                <a:cubicBezTo>
                  <a:pt x="2703118" y="2810392"/>
                  <a:pt x="2756755" y="2751647"/>
                  <a:pt x="2757606" y="2751647"/>
                </a:cubicBezTo>
                <a:cubicBezTo>
                  <a:pt x="2757606" y="2718159"/>
                  <a:pt x="2772789" y="2690631"/>
                  <a:pt x="2783006" y="2672894"/>
                </a:cubicBezTo>
                <a:cubicBezTo>
                  <a:pt x="2805993" y="2654448"/>
                  <a:pt x="2860339" y="2653597"/>
                  <a:pt x="2908867" y="2626352"/>
                </a:cubicBezTo>
                <a:cubicBezTo>
                  <a:pt x="2935686" y="2611312"/>
                  <a:pt x="2978680" y="2540222"/>
                  <a:pt x="2978680" y="2510282"/>
                </a:cubicBezTo>
                <a:cubicBezTo>
                  <a:pt x="2984072" y="2490984"/>
                  <a:pt x="3002519" y="2412799"/>
                  <a:pt x="3026925" y="2398468"/>
                </a:cubicBezTo>
                <a:cubicBezTo>
                  <a:pt x="3045939" y="2390805"/>
                  <a:pt x="3146401" y="2367250"/>
                  <a:pt x="3146401" y="2360298"/>
                </a:cubicBezTo>
                <a:cubicBezTo>
                  <a:pt x="3148955" y="2360298"/>
                  <a:pt x="3151510" y="2357744"/>
                  <a:pt x="3154064" y="2357744"/>
                </a:cubicBezTo>
                <a:cubicBezTo>
                  <a:pt x="3154064" y="2337168"/>
                  <a:pt x="3187125" y="2268775"/>
                  <a:pt x="3187125" y="2197685"/>
                </a:cubicBezTo>
                <a:cubicBezTo>
                  <a:pt x="3206423" y="2152562"/>
                  <a:pt x="3255377" y="2118932"/>
                  <a:pt x="3268148" y="2071539"/>
                </a:cubicBezTo>
                <a:cubicBezTo>
                  <a:pt x="3281344" y="2022585"/>
                  <a:pt x="3258357" y="1960293"/>
                  <a:pt x="3263323" y="1948516"/>
                </a:cubicBezTo>
                <a:cubicBezTo>
                  <a:pt x="3300216" y="1874872"/>
                  <a:pt x="3364921" y="1770862"/>
                  <a:pt x="3364921" y="1689271"/>
                </a:cubicBezTo>
                <a:cubicBezTo>
                  <a:pt x="3286311" y="1689271"/>
                  <a:pt x="3322068" y="1307430"/>
                  <a:pt x="3316676" y="1295226"/>
                </a:cubicBezTo>
                <a:cubicBezTo>
                  <a:pt x="3288723" y="1236765"/>
                  <a:pt x="3344630" y="1160567"/>
                  <a:pt x="3344630" y="1096998"/>
                </a:cubicBezTo>
                <a:cubicBezTo>
                  <a:pt x="3344630" y="992988"/>
                  <a:pt x="3464106" y="836903"/>
                  <a:pt x="3464106" y="791921"/>
                </a:cubicBezTo>
                <a:cubicBezTo>
                  <a:pt x="3465099" y="785678"/>
                  <a:pt x="3465667" y="779576"/>
                  <a:pt x="3465809" y="773759"/>
                </a:cubicBezTo>
                <a:lnTo>
                  <a:pt x="1770720" y="637538"/>
                </a:lnTo>
                <a:cubicBezTo>
                  <a:pt x="1681467" y="596956"/>
                  <a:pt x="1510908" y="623349"/>
                  <a:pt x="1418676" y="577233"/>
                </a:cubicBezTo>
                <a:cubicBezTo>
                  <a:pt x="1362343" y="530265"/>
                  <a:pt x="1270537" y="485426"/>
                  <a:pt x="1221440" y="415897"/>
                </a:cubicBezTo>
                <a:cubicBezTo>
                  <a:pt x="1199589" y="384822"/>
                  <a:pt x="1197318" y="353037"/>
                  <a:pt x="1197318" y="325935"/>
                </a:cubicBezTo>
                <a:cubicBezTo>
                  <a:pt x="1197318" y="300820"/>
                  <a:pt x="1182277" y="268042"/>
                  <a:pt x="1182277" y="240372"/>
                </a:cubicBezTo>
                <a:cubicBezTo>
                  <a:pt x="1182277" y="197661"/>
                  <a:pt x="1139567" y="46825"/>
                  <a:pt x="1099268" y="26677"/>
                </a:cubicBezTo>
                <a:cubicBezTo>
                  <a:pt x="1099268" y="26677"/>
                  <a:pt x="1071598" y="5392"/>
                  <a:pt x="1067199" y="0"/>
                </a:cubicBezTo>
                <a:cubicBezTo>
                  <a:pt x="1081815" y="59312"/>
                  <a:pt x="992278" y="89962"/>
                  <a:pt x="992278" y="233986"/>
                </a:cubicBezTo>
                <a:cubicBezTo>
                  <a:pt x="992278" y="279535"/>
                  <a:pt x="998522" y="334875"/>
                  <a:pt x="975818" y="377727"/>
                </a:cubicBezTo>
                <a:cubicBezTo>
                  <a:pt x="964893" y="398302"/>
                  <a:pt x="951554" y="417742"/>
                  <a:pt x="939635" y="437749"/>
                </a:cubicBezTo>
                <a:lnTo>
                  <a:pt x="19582" y="437749"/>
                </a:lnTo>
                <a:cubicBezTo>
                  <a:pt x="14331" y="432499"/>
                  <a:pt x="6669" y="428384"/>
                  <a:pt x="0" y="425262"/>
                </a:cubicBezTo>
                <a:cubicBezTo>
                  <a:pt x="7663" y="650167"/>
                  <a:pt x="34055" y="799442"/>
                  <a:pt x="34055" y="1098275"/>
                </a:cubicBezTo>
                <a:cubicBezTo>
                  <a:pt x="148707" y="1098275"/>
                  <a:pt x="414194" y="1098275"/>
                  <a:pt x="474500" y="1158581"/>
                </a:cubicBezTo>
                <a:cubicBezTo>
                  <a:pt x="498622" y="1182703"/>
                  <a:pt x="486561" y="1315517"/>
                  <a:pt x="486561" y="1357661"/>
                </a:cubicBezTo>
                <a:cubicBezTo>
                  <a:pt x="486561" y="1399804"/>
                  <a:pt x="565030" y="1484374"/>
                  <a:pt x="565030" y="1544680"/>
                </a:cubicBezTo>
                <a:cubicBezTo>
                  <a:pt x="466838" y="1544680"/>
                  <a:pt x="408519" y="1867351"/>
                  <a:pt x="250021" y="1960293"/>
                </a:cubicBezTo>
                <a:cubicBezTo>
                  <a:pt x="231858" y="1928508"/>
                  <a:pt x="377585" y="2274592"/>
                  <a:pt x="395038" y="2274592"/>
                </a:cubicBezTo>
                <a:lnTo>
                  <a:pt x="395038" y="2274592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FEC001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9E82096D-9826-7C8E-35A2-2BEB628C0CDB}"/>
              </a:ext>
            </a:extLst>
          </p:cNvPr>
          <p:cNvSpPr/>
          <p:nvPr/>
        </p:nvSpPr>
        <p:spPr>
          <a:xfrm>
            <a:off x="10737391" y="14593850"/>
            <a:ext cx="2095484" cy="2153859"/>
          </a:xfrm>
          <a:custGeom>
            <a:avLst/>
            <a:gdLst>
              <a:gd name="connsiteX0" fmla="*/ 71764 w 2095484"/>
              <a:gd name="connsiteY0" fmla="*/ 108854 h 2153859"/>
              <a:gd name="connsiteX1" fmla="*/ 137320 w 2095484"/>
              <a:gd name="connsiteY1" fmla="*/ 478067 h 2153859"/>
              <a:gd name="connsiteX2" fmla="*/ 6208 w 2095484"/>
              <a:gd name="connsiteY2" fmla="*/ 749940 h 2153859"/>
              <a:gd name="connsiteX3" fmla="*/ 52608 w 2095484"/>
              <a:gd name="connsiteY3" fmla="*/ 1121991 h 2153859"/>
              <a:gd name="connsiteX4" fmla="*/ 27208 w 2095484"/>
              <a:gd name="connsiteY4" fmla="*/ 1350727 h 2153859"/>
              <a:gd name="connsiteX5" fmla="*/ 35722 w 2095484"/>
              <a:gd name="connsiteY5" fmla="*/ 1562579 h 2153859"/>
              <a:gd name="connsiteX6" fmla="*/ 476309 w 2095484"/>
              <a:gd name="connsiteY6" fmla="*/ 1579606 h 2153859"/>
              <a:gd name="connsiteX7" fmla="*/ 688160 w 2095484"/>
              <a:gd name="connsiteY7" fmla="*/ 1672831 h 2153859"/>
              <a:gd name="connsiteX8" fmla="*/ 832468 w 2095484"/>
              <a:gd name="connsiteY8" fmla="*/ 2064181 h 2153859"/>
              <a:gd name="connsiteX9" fmla="*/ 1001608 w 2095484"/>
              <a:gd name="connsiteY9" fmla="*/ 2037220 h 2153859"/>
              <a:gd name="connsiteX10" fmla="*/ 1100793 w 2095484"/>
              <a:gd name="connsiteY10" fmla="*/ 2153859 h 2153859"/>
              <a:gd name="connsiteX11" fmla="*/ 1142794 w 2095484"/>
              <a:gd name="connsiteY11" fmla="*/ 2130872 h 2153859"/>
              <a:gd name="connsiteX12" fmla="*/ 1263122 w 2095484"/>
              <a:gd name="connsiteY12" fmla="*/ 1798693 h 2153859"/>
              <a:gd name="connsiteX13" fmla="*/ 1594450 w 2095484"/>
              <a:gd name="connsiteY13" fmla="*/ 1594931 h 2153859"/>
              <a:gd name="connsiteX14" fmla="*/ 1901938 w 2095484"/>
              <a:gd name="connsiteY14" fmla="*/ 1082403 h 2153859"/>
              <a:gd name="connsiteX15" fmla="*/ 2076186 w 2095484"/>
              <a:gd name="connsiteY15" fmla="*/ 937243 h 2153859"/>
              <a:gd name="connsiteX16" fmla="*/ 2095484 w 2095484"/>
              <a:gd name="connsiteY16" fmla="*/ 743697 h 2153859"/>
              <a:gd name="connsiteX17" fmla="*/ 1706973 w 2095484"/>
              <a:gd name="connsiteY17" fmla="*/ 520069 h 2153859"/>
              <a:gd name="connsiteX18" fmla="*/ 1548617 w 2095484"/>
              <a:gd name="connsiteY18" fmla="*/ 467851 h 2153859"/>
              <a:gd name="connsiteX19" fmla="*/ 1466317 w 2095484"/>
              <a:gd name="connsiteY19" fmla="*/ 314320 h 2153859"/>
              <a:gd name="connsiteX20" fmla="*/ 1316333 w 2095484"/>
              <a:gd name="connsiteY20" fmla="*/ 253730 h 2153859"/>
              <a:gd name="connsiteX21" fmla="*/ 1230344 w 2095484"/>
              <a:gd name="connsiteY21" fmla="*/ 68414 h 2153859"/>
              <a:gd name="connsiteX22" fmla="*/ 918741 w 2095484"/>
              <a:gd name="connsiteY22" fmla="*/ 154403 h 2153859"/>
              <a:gd name="connsiteX23" fmla="*/ 316960 w 2095484"/>
              <a:gd name="connsiteY23" fmla="*/ 76502 h 2153859"/>
              <a:gd name="connsiteX24" fmla="*/ 155766 w 2095484"/>
              <a:gd name="connsiteY24" fmla="*/ 165187 h 2153859"/>
              <a:gd name="connsiteX25" fmla="*/ 71764 w 2095484"/>
              <a:gd name="connsiteY25" fmla="*/ 109138 h 2153859"/>
              <a:gd name="connsiteX26" fmla="*/ 71764 w 2095484"/>
              <a:gd name="connsiteY26" fmla="*/ 109138 h 2153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095484" h="2153859">
                <a:moveTo>
                  <a:pt x="71764" y="108854"/>
                </a:moveTo>
                <a:cubicBezTo>
                  <a:pt x="114191" y="163626"/>
                  <a:pt x="150516" y="399457"/>
                  <a:pt x="137320" y="478067"/>
                </a:cubicBezTo>
                <a:cubicBezTo>
                  <a:pt x="121143" y="575551"/>
                  <a:pt x="11884" y="682256"/>
                  <a:pt x="6208" y="749940"/>
                </a:cubicBezTo>
                <a:cubicBezTo>
                  <a:pt x="-2022" y="848416"/>
                  <a:pt x="-12806" y="1121991"/>
                  <a:pt x="52608" y="1121991"/>
                </a:cubicBezTo>
                <a:cubicBezTo>
                  <a:pt x="52608" y="1264313"/>
                  <a:pt x="27208" y="1342640"/>
                  <a:pt x="27208" y="1350727"/>
                </a:cubicBezTo>
                <a:cubicBezTo>
                  <a:pt x="1525" y="1350727"/>
                  <a:pt x="35722" y="1545834"/>
                  <a:pt x="35722" y="1562579"/>
                </a:cubicBezTo>
                <a:cubicBezTo>
                  <a:pt x="100427" y="1562579"/>
                  <a:pt x="476309" y="1662899"/>
                  <a:pt x="476309" y="1579606"/>
                </a:cubicBezTo>
                <a:cubicBezTo>
                  <a:pt x="520723" y="1579606"/>
                  <a:pt x="688160" y="1620614"/>
                  <a:pt x="688160" y="1672831"/>
                </a:cubicBezTo>
                <a:cubicBezTo>
                  <a:pt x="825515" y="1718664"/>
                  <a:pt x="675531" y="2064181"/>
                  <a:pt x="832468" y="2064181"/>
                </a:cubicBezTo>
                <a:cubicBezTo>
                  <a:pt x="832468" y="2061343"/>
                  <a:pt x="981884" y="2037220"/>
                  <a:pt x="1001608" y="2037220"/>
                </a:cubicBezTo>
                <a:cubicBezTo>
                  <a:pt x="1001608" y="2071134"/>
                  <a:pt x="1076104" y="2129453"/>
                  <a:pt x="1100793" y="2153859"/>
                </a:cubicBezTo>
                <a:cubicBezTo>
                  <a:pt x="1110584" y="2153291"/>
                  <a:pt x="1135558" y="2138250"/>
                  <a:pt x="1142794" y="2130872"/>
                </a:cubicBezTo>
                <a:cubicBezTo>
                  <a:pt x="1142794" y="2038214"/>
                  <a:pt x="1263122" y="1933778"/>
                  <a:pt x="1263122" y="1798693"/>
                </a:cubicBezTo>
                <a:cubicBezTo>
                  <a:pt x="1309948" y="1751868"/>
                  <a:pt x="1514846" y="1677656"/>
                  <a:pt x="1594450" y="1594931"/>
                </a:cubicBezTo>
                <a:cubicBezTo>
                  <a:pt x="1725987" y="1458285"/>
                  <a:pt x="1896404" y="1082403"/>
                  <a:pt x="1901938" y="1082403"/>
                </a:cubicBezTo>
                <a:cubicBezTo>
                  <a:pt x="1901938" y="1025502"/>
                  <a:pt x="2040712" y="937243"/>
                  <a:pt x="2076186" y="937243"/>
                </a:cubicBezTo>
                <a:cubicBezTo>
                  <a:pt x="2076186" y="869559"/>
                  <a:pt x="2095484" y="801732"/>
                  <a:pt x="2095484" y="743697"/>
                </a:cubicBezTo>
                <a:cubicBezTo>
                  <a:pt x="2056179" y="743697"/>
                  <a:pt x="1768414" y="555685"/>
                  <a:pt x="1706973" y="520069"/>
                </a:cubicBezTo>
                <a:cubicBezTo>
                  <a:pt x="1662559" y="494386"/>
                  <a:pt x="1582672" y="495804"/>
                  <a:pt x="1548617" y="467851"/>
                </a:cubicBezTo>
                <a:cubicBezTo>
                  <a:pt x="1508744" y="435215"/>
                  <a:pt x="1466317" y="368382"/>
                  <a:pt x="1466317" y="314320"/>
                </a:cubicBezTo>
                <a:cubicBezTo>
                  <a:pt x="1422755" y="305806"/>
                  <a:pt x="1358192" y="253730"/>
                  <a:pt x="1316333" y="253730"/>
                </a:cubicBezTo>
                <a:cubicBezTo>
                  <a:pt x="1316333" y="251034"/>
                  <a:pt x="1370112" y="-71354"/>
                  <a:pt x="1230344" y="68414"/>
                </a:cubicBezTo>
                <a:cubicBezTo>
                  <a:pt x="1184654" y="114105"/>
                  <a:pt x="977769" y="154403"/>
                  <a:pt x="918741" y="154403"/>
                </a:cubicBezTo>
                <a:cubicBezTo>
                  <a:pt x="741371" y="154403"/>
                  <a:pt x="526540" y="-133078"/>
                  <a:pt x="316960" y="76502"/>
                </a:cubicBezTo>
                <a:cubicBezTo>
                  <a:pt x="298088" y="95232"/>
                  <a:pt x="166550" y="175971"/>
                  <a:pt x="155766" y="165187"/>
                </a:cubicBezTo>
                <a:cubicBezTo>
                  <a:pt x="118731" y="128152"/>
                  <a:pt x="102839" y="114246"/>
                  <a:pt x="71764" y="109138"/>
                </a:cubicBezTo>
                <a:lnTo>
                  <a:pt x="71764" y="109138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FEC001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326920B5-C867-AA2C-7D63-0B8306981C12}"/>
              </a:ext>
            </a:extLst>
          </p:cNvPr>
          <p:cNvSpPr/>
          <p:nvPr/>
        </p:nvSpPr>
        <p:spPr>
          <a:xfrm>
            <a:off x="12193220" y="13393228"/>
            <a:ext cx="2212478" cy="1939778"/>
          </a:xfrm>
          <a:custGeom>
            <a:avLst/>
            <a:gdLst>
              <a:gd name="connsiteX0" fmla="*/ 1791992 w 2212478"/>
              <a:gd name="connsiteY0" fmla="*/ 253629 h 1939778"/>
              <a:gd name="connsiteX1" fmla="*/ 2061311 w 2212478"/>
              <a:gd name="connsiteY1" fmla="*/ 236318 h 1939778"/>
              <a:gd name="connsiteX2" fmla="*/ 2112394 w 2212478"/>
              <a:gd name="connsiteY2" fmla="*/ 218297 h 1939778"/>
              <a:gd name="connsiteX3" fmla="*/ 2203775 w 2212478"/>
              <a:gd name="connsiteY3" fmla="*/ 510035 h 1939778"/>
              <a:gd name="connsiteX4" fmla="*/ 2064149 w 2212478"/>
              <a:gd name="connsiteY4" fmla="*/ 551043 h 1939778"/>
              <a:gd name="connsiteX5" fmla="*/ 2005688 w 2212478"/>
              <a:gd name="connsiteY5" fmla="*/ 543806 h 1939778"/>
              <a:gd name="connsiteX6" fmla="*/ 1991073 w 2212478"/>
              <a:gd name="connsiteY6" fmla="*/ 667965 h 1939778"/>
              <a:gd name="connsiteX7" fmla="*/ 1921685 w 2212478"/>
              <a:gd name="connsiteY7" fmla="*/ 762894 h 1939778"/>
              <a:gd name="connsiteX8" fmla="*/ 1775674 w 2212478"/>
              <a:gd name="connsiteY8" fmla="*/ 916283 h 1939778"/>
              <a:gd name="connsiteX9" fmla="*/ 1779363 w 2212478"/>
              <a:gd name="connsiteY9" fmla="*/ 1153533 h 1939778"/>
              <a:gd name="connsiteX10" fmla="*/ 1662583 w 2212478"/>
              <a:gd name="connsiteY10" fmla="*/ 1383546 h 1939778"/>
              <a:gd name="connsiteX11" fmla="*/ 1731971 w 2212478"/>
              <a:gd name="connsiteY11" fmla="*/ 1452934 h 1939778"/>
              <a:gd name="connsiteX12" fmla="*/ 1728281 w 2212478"/>
              <a:gd name="connsiteY12" fmla="*/ 1536936 h 1939778"/>
              <a:gd name="connsiteX13" fmla="*/ 1689827 w 2212478"/>
              <a:gd name="connsiteY13" fmla="*/ 1595965 h 1939778"/>
              <a:gd name="connsiteX14" fmla="*/ 1622426 w 2212478"/>
              <a:gd name="connsiteY14" fmla="*/ 1642791 h 1939778"/>
              <a:gd name="connsiteX15" fmla="*/ 1454422 w 2212478"/>
              <a:gd name="connsiteY15" fmla="*/ 1650028 h 1939778"/>
              <a:gd name="connsiteX16" fmla="*/ 1308411 w 2212478"/>
              <a:gd name="connsiteY16" fmla="*/ 1613560 h 1939778"/>
              <a:gd name="connsiteX17" fmla="*/ 1202557 w 2212478"/>
              <a:gd name="connsiteY17" fmla="*/ 1613560 h 1939778"/>
              <a:gd name="connsiteX18" fmla="*/ 1108480 w 2212478"/>
              <a:gd name="connsiteY18" fmla="*/ 1670461 h 1939778"/>
              <a:gd name="connsiteX19" fmla="*/ 947002 w 2212478"/>
              <a:gd name="connsiteY19" fmla="*/ 1671879 h 1939778"/>
              <a:gd name="connsiteX20" fmla="*/ 793470 w 2212478"/>
              <a:gd name="connsiteY20" fmla="*/ 1750631 h 1939778"/>
              <a:gd name="connsiteX21" fmla="*/ 622485 w 2212478"/>
              <a:gd name="connsiteY21" fmla="*/ 1939779 h 1939778"/>
              <a:gd name="connsiteX22" fmla="*/ 251002 w 2212478"/>
              <a:gd name="connsiteY22" fmla="*/ 1720691 h 1939778"/>
              <a:gd name="connsiteX23" fmla="*/ 92646 w 2212478"/>
              <a:gd name="connsiteY23" fmla="*/ 1668474 h 1939778"/>
              <a:gd name="connsiteX24" fmla="*/ 10346 w 2212478"/>
              <a:gd name="connsiteY24" fmla="*/ 1514942 h 1939778"/>
              <a:gd name="connsiteX25" fmla="*/ 21556 w 2212478"/>
              <a:gd name="connsiteY25" fmla="*/ 1516078 h 1939778"/>
              <a:gd name="connsiteX26" fmla="*/ 8076 w 2212478"/>
              <a:gd name="connsiteY26" fmla="*/ 1217954 h 1939778"/>
              <a:gd name="connsiteX27" fmla="*/ 169270 w 2212478"/>
              <a:gd name="connsiteY27" fmla="*/ 992340 h 1939778"/>
              <a:gd name="connsiteX28" fmla="*/ 230143 w 2212478"/>
              <a:gd name="connsiteY28" fmla="*/ 927351 h 1939778"/>
              <a:gd name="connsiteX29" fmla="*/ 255543 w 2212478"/>
              <a:gd name="connsiteY29" fmla="*/ 848599 h 1939778"/>
              <a:gd name="connsiteX30" fmla="*/ 381404 w 2212478"/>
              <a:gd name="connsiteY30" fmla="*/ 802057 h 1939778"/>
              <a:gd name="connsiteX31" fmla="*/ 451217 w 2212478"/>
              <a:gd name="connsiteY31" fmla="*/ 685986 h 1939778"/>
              <a:gd name="connsiteX32" fmla="*/ 499462 w 2212478"/>
              <a:gd name="connsiteY32" fmla="*/ 574172 h 1939778"/>
              <a:gd name="connsiteX33" fmla="*/ 618938 w 2212478"/>
              <a:gd name="connsiteY33" fmla="*/ 536002 h 1939778"/>
              <a:gd name="connsiteX34" fmla="*/ 626601 w 2212478"/>
              <a:gd name="connsiteY34" fmla="*/ 533448 h 1939778"/>
              <a:gd name="connsiteX35" fmla="*/ 659663 w 2212478"/>
              <a:gd name="connsiteY35" fmla="*/ 373389 h 1939778"/>
              <a:gd name="connsiteX36" fmla="*/ 740685 w 2212478"/>
              <a:gd name="connsiteY36" fmla="*/ 247244 h 1939778"/>
              <a:gd name="connsiteX37" fmla="*/ 735861 w 2212478"/>
              <a:gd name="connsiteY37" fmla="*/ 124220 h 1939778"/>
              <a:gd name="connsiteX38" fmla="*/ 930258 w 2212478"/>
              <a:gd name="connsiteY38" fmla="*/ 17798 h 1939778"/>
              <a:gd name="connsiteX39" fmla="*/ 1022207 w 2212478"/>
              <a:gd name="connsiteY39" fmla="*/ 147491 h 1939778"/>
              <a:gd name="connsiteX40" fmla="*/ 1366446 w 2212478"/>
              <a:gd name="connsiteY40" fmla="*/ 149619 h 1939778"/>
              <a:gd name="connsiteX41" fmla="*/ 1509478 w 2212478"/>
              <a:gd name="connsiteY41" fmla="*/ 262568 h 1939778"/>
              <a:gd name="connsiteX42" fmla="*/ 1632217 w 2212478"/>
              <a:gd name="connsiteY42" fmla="*/ 292934 h 1939778"/>
              <a:gd name="connsiteX43" fmla="*/ 1791850 w 2212478"/>
              <a:gd name="connsiteY43" fmla="*/ 253771 h 1939778"/>
              <a:gd name="connsiteX44" fmla="*/ 1791850 w 2212478"/>
              <a:gd name="connsiteY44" fmla="*/ 253771 h 1939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212478" h="1939778">
                <a:moveTo>
                  <a:pt x="1791992" y="253629"/>
                </a:moveTo>
                <a:cubicBezTo>
                  <a:pt x="1958294" y="367713"/>
                  <a:pt x="1852724" y="228088"/>
                  <a:pt x="2061311" y="236318"/>
                </a:cubicBezTo>
                <a:cubicBezTo>
                  <a:pt x="2062446" y="236318"/>
                  <a:pt x="2107144" y="219432"/>
                  <a:pt x="2112394" y="218297"/>
                </a:cubicBezTo>
                <a:cubicBezTo>
                  <a:pt x="2112394" y="294353"/>
                  <a:pt x="2247478" y="466331"/>
                  <a:pt x="2203775" y="510035"/>
                </a:cubicBezTo>
                <a:cubicBezTo>
                  <a:pt x="2094515" y="617025"/>
                  <a:pt x="2189585" y="551043"/>
                  <a:pt x="2064149" y="551043"/>
                </a:cubicBezTo>
                <a:cubicBezTo>
                  <a:pt x="2064149" y="525502"/>
                  <a:pt x="2009377" y="543806"/>
                  <a:pt x="2005688" y="543806"/>
                </a:cubicBezTo>
                <a:cubicBezTo>
                  <a:pt x="2005688" y="582686"/>
                  <a:pt x="2108704" y="667965"/>
                  <a:pt x="1991073" y="667965"/>
                </a:cubicBezTo>
                <a:cubicBezTo>
                  <a:pt x="1991073" y="603119"/>
                  <a:pt x="1803344" y="683857"/>
                  <a:pt x="1921685" y="762894"/>
                </a:cubicBezTo>
                <a:cubicBezTo>
                  <a:pt x="1921685" y="849450"/>
                  <a:pt x="1854994" y="896418"/>
                  <a:pt x="1775674" y="916283"/>
                </a:cubicBezTo>
                <a:cubicBezTo>
                  <a:pt x="1670387" y="942676"/>
                  <a:pt x="1730409" y="1153533"/>
                  <a:pt x="1779363" y="1153533"/>
                </a:cubicBezTo>
                <a:cubicBezTo>
                  <a:pt x="1779363" y="1248036"/>
                  <a:pt x="1652650" y="1304369"/>
                  <a:pt x="1662583" y="1383546"/>
                </a:cubicBezTo>
                <a:cubicBezTo>
                  <a:pt x="1691388" y="1383546"/>
                  <a:pt x="1739207" y="1427393"/>
                  <a:pt x="1731971" y="1452934"/>
                </a:cubicBezTo>
                <a:cubicBezTo>
                  <a:pt x="1731971" y="1479894"/>
                  <a:pt x="1728281" y="1508132"/>
                  <a:pt x="1728281" y="1536936"/>
                </a:cubicBezTo>
                <a:cubicBezTo>
                  <a:pt x="1723031" y="1536936"/>
                  <a:pt x="1713382" y="1571133"/>
                  <a:pt x="1689827" y="1595965"/>
                </a:cubicBezTo>
                <a:cubicBezTo>
                  <a:pt x="1666698" y="1620371"/>
                  <a:pt x="1629805" y="1635412"/>
                  <a:pt x="1622426" y="1642791"/>
                </a:cubicBezTo>
                <a:cubicBezTo>
                  <a:pt x="1571344" y="1642791"/>
                  <a:pt x="1509194" y="1650028"/>
                  <a:pt x="1454422" y="1650028"/>
                </a:cubicBezTo>
                <a:cubicBezTo>
                  <a:pt x="1454422" y="1617959"/>
                  <a:pt x="1311249" y="1613560"/>
                  <a:pt x="1308411" y="1613560"/>
                </a:cubicBezTo>
                <a:lnTo>
                  <a:pt x="1202557" y="1613560"/>
                </a:lnTo>
                <a:cubicBezTo>
                  <a:pt x="1176022" y="1624202"/>
                  <a:pt x="1163393" y="1661237"/>
                  <a:pt x="1108480" y="1670461"/>
                </a:cubicBezTo>
                <a:cubicBezTo>
                  <a:pt x="1048174" y="1680535"/>
                  <a:pt x="970698" y="1671879"/>
                  <a:pt x="947002" y="1671879"/>
                </a:cubicBezTo>
                <a:cubicBezTo>
                  <a:pt x="947002" y="1674008"/>
                  <a:pt x="853634" y="1678407"/>
                  <a:pt x="793470" y="1750631"/>
                </a:cubicBezTo>
                <a:cubicBezTo>
                  <a:pt x="728482" y="1828674"/>
                  <a:pt x="644196" y="1932684"/>
                  <a:pt x="622485" y="1939779"/>
                </a:cubicBezTo>
                <a:cubicBezTo>
                  <a:pt x="548700" y="1910832"/>
                  <a:pt x="306625" y="1753044"/>
                  <a:pt x="251002" y="1720691"/>
                </a:cubicBezTo>
                <a:cubicBezTo>
                  <a:pt x="206588" y="1695008"/>
                  <a:pt x="126701" y="1696427"/>
                  <a:pt x="92646" y="1668474"/>
                </a:cubicBezTo>
                <a:cubicBezTo>
                  <a:pt x="52773" y="1635838"/>
                  <a:pt x="10346" y="1569005"/>
                  <a:pt x="10346" y="1514942"/>
                </a:cubicBezTo>
                <a:cubicBezTo>
                  <a:pt x="14320" y="1515652"/>
                  <a:pt x="18009" y="1516078"/>
                  <a:pt x="21556" y="1516078"/>
                </a:cubicBezTo>
                <a:cubicBezTo>
                  <a:pt x="21556" y="1397878"/>
                  <a:pt x="-16046" y="1346795"/>
                  <a:pt x="8076" y="1217954"/>
                </a:cubicBezTo>
                <a:cubicBezTo>
                  <a:pt x="24252" y="1137357"/>
                  <a:pt x="169270" y="1051368"/>
                  <a:pt x="169270" y="992340"/>
                </a:cubicBezTo>
                <a:cubicBezTo>
                  <a:pt x="175655" y="986096"/>
                  <a:pt x="229292" y="927351"/>
                  <a:pt x="230143" y="927351"/>
                </a:cubicBezTo>
                <a:cubicBezTo>
                  <a:pt x="230143" y="893864"/>
                  <a:pt x="245326" y="866336"/>
                  <a:pt x="255543" y="848599"/>
                </a:cubicBezTo>
                <a:cubicBezTo>
                  <a:pt x="278530" y="830152"/>
                  <a:pt x="332876" y="829301"/>
                  <a:pt x="381404" y="802057"/>
                </a:cubicBezTo>
                <a:cubicBezTo>
                  <a:pt x="408223" y="787016"/>
                  <a:pt x="451217" y="715926"/>
                  <a:pt x="451217" y="685986"/>
                </a:cubicBezTo>
                <a:cubicBezTo>
                  <a:pt x="456609" y="666688"/>
                  <a:pt x="475056" y="588503"/>
                  <a:pt x="499462" y="574172"/>
                </a:cubicBezTo>
                <a:cubicBezTo>
                  <a:pt x="518476" y="566510"/>
                  <a:pt x="618938" y="542955"/>
                  <a:pt x="618938" y="536002"/>
                </a:cubicBezTo>
                <a:cubicBezTo>
                  <a:pt x="621493" y="536002"/>
                  <a:pt x="624047" y="533448"/>
                  <a:pt x="626601" y="533448"/>
                </a:cubicBezTo>
                <a:cubicBezTo>
                  <a:pt x="626601" y="512873"/>
                  <a:pt x="659663" y="444479"/>
                  <a:pt x="659663" y="373389"/>
                </a:cubicBezTo>
                <a:cubicBezTo>
                  <a:pt x="678960" y="328266"/>
                  <a:pt x="727915" y="294637"/>
                  <a:pt x="740685" y="247244"/>
                </a:cubicBezTo>
                <a:cubicBezTo>
                  <a:pt x="753881" y="198289"/>
                  <a:pt x="730894" y="135997"/>
                  <a:pt x="735861" y="124220"/>
                </a:cubicBezTo>
                <a:cubicBezTo>
                  <a:pt x="950407" y="155721"/>
                  <a:pt x="826958" y="132592"/>
                  <a:pt x="930258" y="17798"/>
                </a:cubicBezTo>
                <a:cubicBezTo>
                  <a:pt x="998510" y="-57975"/>
                  <a:pt x="972685" y="131741"/>
                  <a:pt x="1022207" y="147491"/>
                </a:cubicBezTo>
                <a:cubicBezTo>
                  <a:pt x="1360487" y="254481"/>
                  <a:pt x="1171197" y="88604"/>
                  <a:pt x="1366446" y="149619"/>
                </a:cubicBezTo>
                <a:cubicBezTo>
                  <a:pt x="1490747" y="188499"/>
                  <a:pt x="1420509" y="262568"/>
                  <a:pt x="1509478" y="262568"/>
                </a:cubicBezTo>
                <a:cubicBezTo>
                  <a:pt x="1595892" y="282008"/>
                  <a:pt x="1585392" y="142524"/>
                  <a:pt x="1632217" y="292934"/>
                </a:cubicBezTo>
                <a:cubicBezTo>
                  <a:pt x="1657900" y="375376"/>
                  <a:pt x="1708557" y="253771"/>
                  <a:pt x="1791850" y="253771"/>
                </a:cubicBezTo>
                <a:lnTo>
                  <a:pt x="1791850" y="253771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FEC001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0CE96D89-3B2E-C784-68E6-0FCA2252E2C9}"/>
              </a:ext>
            </a:extLst>
          </p:cNvPr>
          <p:cNvSpPr/>
          <p:nvPr/>
        </p:nvSpPr>
        <p:spPr>
          <a:xfrm>
            <a:off x="13559950" y="14088153"/>
            <a:ext cx="315860" cy="160058"/>
          </a:xfrm>
          <a:custGeom>
            <a:avLst/>
            <a:gdLst>
              <a:gd name="connsiteX0" fmla="*/ 0 w 315860"/>
              <a:gd name="connsiteY0" fmla="*/ 0 h 160058"/>
              <a:gd name="connsiteX1" fmla="*/ 315861 w 315860"/>
              <a:gd name="connsiteY1" fmla="*/ 0 h 160058"/>
              <a:gd name="connsiteX2" fmla="*/ 315861 w 315860"/>
              <a:gd name="connsiteY2" fmla="*/ 160058 h 160058"/>
              <a:gd name="connsiteX3" fmla="*/ 0 w 315860"/>
              <a:gd name="connsiteY3" fmla="*/ 160058 h 16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860" h="160058">
                <a:moveTo>
                  <a:pt x="0" y="0"/>
                </a:moveTo>
                <a:lnTo>
                  <a:pt x="315861" y="0"/>
                </a:lnTo>
                <a:lnTo>
                  <a:pt x="315861" y="160058"/>
                </a:lnTo>
                <a:lnTo>
                  <a:pt x="0" y="160058"/>
                </a:lnTo>
                <a:close/>
              </a:path>
            </a:pathLst>
          </a:custGeom>
          <a:solidFill>
            <a:srgbClr val="E0E0E0"/>
          </a:solidFill>
          <a:ln w="56727" cap="flat">
            <a:solidFill>
              <a:srgbClr val="0DBF2F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351B43AF-5F24-E771-84C6-4F36285645C4}"/>
              </a:ext>
            </a:extLst>
          </p:cNvPr>
          <p:cNvSpPr/>
          <p:nvPr/>
        </p:nvSpPr>
        <p:spPr>
          <a:xfrm>
            <a:off x="16708247" y="11347574"/>
            <a:ext cx="1248300" cy="705662"/>
          </a:xfrm>
          <a:custGeom>
            <a:avLst/>
            <a:gdLst>
              <a:gd name="connsiteX0" fmla="*/ 1233734 w 1248300"/>
              <a:gd name="connsiteY0" fmla="*/ 482021 h 705662"/>
              <a:gd name="connsiteX1" fmla="*/ 1190314 w 1248300"/>
              <a:gd name="connsiteY1" fmla="*/ 141896 h 705662"/>
              <a:gd name="connsiteX2" fmla="*/ 1164064 w 1248300"/>
              <a:gd name="connsiteY2" fmla="*/ 138632 h 705662"/>
              <a:gd name="connsiteX3" fmla="*/ 893752 w 1248300"/>
              <a:gd name="connsiteY3" fmla="*/ 145160 h 705662"/>
              <a:gd name="connsiteX4" fmla="*/ 801519 w 1248300"/>
              <a:gd name="connsiteY4" fmla="*/ 85847 h 705662"/>
              <a:gd name="connsiteX5" fmla="*/ 722483 w 1248300"/>
              <a:gd name="connsiteY5" fmla="*/ 158356 h 705662"/>
              <a:gd name="connsiteX6" fmla="*/ 643305 w 1248300"/>
              <a:gd name="connsiteY6" fmla="*/ 257257 h 705662"/>
              <a:gd name="connsiteX7" fmla="*/ 491618 w 1248300"/>
              <a:gd name="connsiteY7" fmla="*/ 191276 h 705662"/>
              <a:gd name="connsiteX8" fmla="*/ 432306 w 1248300"/>
              <a:gd name="connsiteY8" fmla="*/ 79178 h 705662"/>
              <a:gd name="connsiteX9" fmla="*/ 498146 w 1248300"/>
              <a:gd name="connsiteY9" fmla="*/ 0 h 705662"/>
              <a:gd name="connsiteX10" fmla="*/ 326735 w 1248300"/>
              <a:gd name="connsiteY10" fmla="*/ 32920 h 705662"/>
              <a:gd name="connsiteX11" fmla="*/ 135602 w 1248300"/>
              <a:gd name="connsiteY11" fmla="*/ 85705 h 705662"/>
              <a:gd name="connsiteX12" fmla="*/ 81681 w 1248300"/>
              <a:gd name="connsiteY12" fmla="*/ 78752 h 705662"/>
              <a:gd name="connsiteX13" fmla="*/ 81681 w 1248300"/>
              <a:gd name="connsiteY13" fmla="*/ 78752 h 705662"/>
              <a:gd name="connsiteX14" fmla="*/ 10307 w 1248300"/>
              <a:gd name="connsiteY14" fmla="*/ 224195 h 705662"/>
              <a:gd name="connsiteX15" fmla="*/ 3071 w 1248300"/>
              <a:gd name="connsiteY15" fmla="*/ 461588 h 705662"/>
              <a:gd name="connsiteX16" fmla="*/ 268274 w 1248300"/>
              <a:gd name="connsiteY16" fmla="*/ 499474 h 705662"/>
              <a:gd name="connsiteX17" fmla="*/ 592790 w 1248300"/>
              <a:gd name="connsiteY17" fmla="*/ 464142 h 705662"/>
              <a:gd name="connsiteX18" fmla="*/ 472888 w 1248300"/>
              <a:gd name="connsiteY18" fmla="*/ 633423 h 705662"/>
              <a:gd name="connsiteX19" fmla="*/ 603432 w 1248300"/>
              <a:gd name="connsiteY19" fmla="*/ 696851 h 705662"/>
              <a:gd name="connsiteX20" fmla="*/ 684597 w 1248300"/>
              <a:gd name="connsiteY20" fmla="*/ 594544 h 705662"/>
              <a:gd name="connsiteX21" fmla="*/ 994924 w 1248300"/>
              <a:gd name="connsiteY21" fmla="*/ 453499 h 705662"/>
              <a:gd name="connsiteX22" fmla="*/ 1174706 w 1248300"/>
              <a:gd name="connsiteY22" fmla="*/ 460594 h 705662"/>
              <a:gd name="connsiteX23" fmla="*/ 1233734 w 1248300"/>
              <a:gd name="connsiteY23" fmla="*/ 481737 h 705662"/>
              <a:gd name="connsiteX24" fmla="*/ 1233734 w 1248300"/>
              <a:gd name="connsiteY24" fmla="*/ 481737 h 7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48300" h="705662">
                <a:moveTo>
                  <a:pt x="1233734" y="482021"/>
                </a:moveTo>
                <a:cubicBezTo>
                  <a:pt x="1272188" y="358004"/>
                  <a:pt x="1226356" y="173681"/>
                  <a:pt x="1190314" y="141896"/>
                </a:cubicBezTo>
                <a:cubicBezTo>
                  <a:pt x="1180949" y="140051"/>
                  <a:pt x="1172010" y="138632"/>
                  <a:pt x="1164064" y="138632"/>
                </a:cubicBezTo>
                <a:cubicBezTo>
                  <a:pt x="1071831" y="138632"/>
                  <a:pt x="986126" y="145160"/>
                  <a:pt x="893752" y="145160"/>
                </a:cubicBezTo>
                <a:cubicBezTo>
                  <a:pt x="827770" y="145160"/>
                  <a:pt x="847636" y="85847"/>
                  <a:pt x="801519" y="85847"/>
                </a:cubicBezTo>
                <a:cubicBezTo>
                  <a:pt x="781796" y="85847"/>
                  <a:pt x="722483" y="138632"/>
                  <a:pt x="722483" y="158356"/>
                </a:cubicBezTo>
                <a:cubicBezTo>
                  <a:pt x="722483" y="217668"/>
                  <a:pt x="709287" y="257257"/>
                  <a:pt x="643305" y="257257"/>
                </a:cubicBezTo>
                <a:cubicBezTo>
                  <a:pt x="643305" y="158356"/>
                  <a:pt x="544404" y="217668"/>
                  <a:pt x="491618" y="191276"/>
                </a:cubicBezTo>
                <a:cubicBezTo>
                  <a:pt x="458698" y="178079"/>
                  <a:pt x="313681" y="138491"/>
                  <a:pt x="432306" y="79178"/>
                </a:cubicBezTo>
                <a:cubicBezTo>
                  <a:pt x="465226" y="65982"/>
                  <a:pt x="498146" y="52785"/>
                  <a:pt x="498146" y="0"/>
                </a:cubicBezTo>
                <a:cubicBezTo>
                  <a:pt x="465226" y="0"/>
                  <a:pt x="346459" y="13196"/>
                  <a:pt x="326735" y="32920"/>
                </a:cubicBezTo>
                <a:cubicBezTo>
                  <a:pt x="267423" y="92232"/>
                  <a:pt x="234503" y="85705"/>
                  <a:pt x="135602" y="85705"/>
                </a:cubicBezTo>
                <a:cubicBezTo>
                  <a:pt x="114317" y="85705"/>
                  <a:pt x="96580" y="83293"/>
                  <a:pt x="81681" y="78752"/>
                </a:cubicBezTo>
                <a:lnTo>
                  <a:pt x="81681" y="78752"/>
                </a:lnTo>
                <a:cubicBezTo>
                  <a:pt x="73734" y="123733"/>
                  <a:pt x="28328" y="182194"/>
                  <a:pt x="10307" y="224195"/>
                </a:cubicBezTo>
                <a:cubicBezTo>
                  <a:pt x="-42052" y="328773"/>
                  <a:pt x="128507" y="349631"/>
                  <a:pt x="3071" y="461588"/>
                </a:cubicBezTo>
                <a:cubicBezTo>
                  <a:pt x="95445" y="503021"/>
                  <a:pt x="183846" y="541759"/>
                  <a:pt x="268274" y="499474"/>
                </a:cubicBezTo>
                <a:cubicBezTo>
                  <a:pt x="307011" y="481879"/>
                  <a:pt x="592790" y="270170"/>
                  <a:pt x="592790" y="464142"/>
                </a:cubicBezTo>
                <a:cubicBezTo>
                  <a:pt x="522268" y="464142"/>
                  <a:pt x="416414" y="576949"/>
                  <a:pt x="472888" y="633423"/>
                </a:cubicBezTo>
                <a:cubicBezTo>
                  <a:pt x="490483" y="651019"/>
                  <a:pt x="568100" y="732183"/>
                  <a:pt x="603432" y="696851"/>
                </a:cubicBezTo>
                <a:cubicBezTo>
                  <a:pt x="610527" y="689756"/>
                  <a:pt x="684597" y="598091"/>
                  <a:pt x="684597" y="594544"/>
                </a:cubicBezTo>
                <a:cubicBezTo>
                  <a:pt x="762214" y="594544"/>
                  <a:pt x="994924" y="545164"/>
                  <a:pt x="994924" y="453499"/>
                </a:cubicBezTo>
                <a:cubicBezTo>
                  <a:pt x="1037208" y="453499"/>
                  <a:pt x="1132421" y="460594"/>
                  <a:pt x="1174706" y="460594"/>
                </a:cubicBezTo>
                <a:cubicBezTo>
                  <a:pt x="1174706" y="476771"/>
                  <a:pt x="1202092" y="484007"/>
                  <a:pt x="1233734" y="481737"/>
                </a:cubicBezTo>
                <a:lnTo>
                  <a:pt x="1233734" y="481737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FEC001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28397989-5869-7750-636F-1321CE52F582}"/>
              </a:ext>
            </a:extLst>
          </p:cNvPr>
          <p:cNvSpPr/>
          <p:nvPr/>
        </p:nvSpPr>
        <p:spPr>
          <a:xfrm>
            <a:off x="16790069" y="10940191"/>
            <a:ext cx="1108633" cy="664640"/>
          </a:xfrm>
          <a:custGeom>
            <a:avLst/>
            <a:gdLst>
              <a:gd name="connsiteX0" fmla="*/ 1108491 w 1108633"/>
              <a:gd name="connsiteY0" fmla="*/ 549279 h 664640"/>
              <a:gd name="connsiteX1" fmla="*/ 1082099 w 1108633"/>
              <a:gd name="connsiteY1" fmla="*/ 237818 h 664640"/>
              <a:gd name="connsiteX2" fmla="*/ 862727 w 1108633"/>
              <a:gd name="connsiteY2" fmla="*/ 73360 h 664640"/>
              <a:gd name="connsiteX3" fmla="*/ 735589 w 1108633"/>
              <a:gd name="connsiteY3" fmla="*/ 73360 h 664640"/>
              <a:gd name="connsiteX4" fmla="*/ 557651 w 1108633"/>
              <a:gd name="connsiteY4" fmla="*/ 56475 h 664640"/>
              <a:gd name="connsiteX5" fmla="*/ 407384 w 1108633"/>
              <a:gd name="connsiteY5" fmla="*/ 0 h 664640"/>
              <a:gd name="connsiteX6" fmla="*/ 1135 w 1108633"/>
              <a:gd name="connsiteY6" fmla="*/ 473507 h 664640"/>
              <a:gd name="connsiteX7" fmla="*/ 0 w 1108633"/>
              <a:gd name="connsiteY7" fmla="*/ 486278 h 664640"/>
              <a:gd name="connsiteX8" fmla="*/ 53920 w 1108633"/>
              <a:gd name="connsiteY8" fmla="*/ 493230 h 664640"/>
              <a:gd name="connsiteX9" fmla="*/ 245055 w 1108633"/>
              <a:gd name="connsiteY9" fmla="*/ 440445 h 664640"/>
              <a:gd name="connsiteX10" fmla="*/ 416465 w 1108633"/>
              <a:gd name="connsiteY10" fmla="*/ 407525 h 664640"/>
              <a:gd name="connsiteX11" fmla="*/ 350625 w 1108633"/>
              <a:gd name="connsiteY11" fmla="*/ 486561 h 664640"/>
              <a:gd name="connsiteX12" fmla="*/ 409938 w 1108633"/>
              <a:gd name="connsiteY12" fmla="*/ 598659 h 664640"/>
              <a:gd name="connsiteX13" fmla="*/ 561625 w 1108633"/>
              <a:gd name="connsiteY13" fmla="*/ 664641 h 664640"/>
              <a:gd name="connsiteX14" fmla="*/ 640803 w 1108633"/>
              <a:gd name="connsiteY14" fmla="*/ 565739 h 664640"/>
              <a:gd name="connsiteX15" fmla="*/ 719839 w 1108633"/>
              <a:gd name="connsiteY15" fmla="*/ 493230 h 664640"/>
              <a:gd name="connsiteX16" fmla="*/ 812071 w 1108633"/>
              <a:gd name="connsiteY16" fmla="*/ 552543 h 664640"/>
              <a:gd name="connsiteX17" fmla="*/ 1082383 w 1108633"/>
              <a:gd name="connsiteY17" fmla="*/ 545874 h 664640"/>
              <a:gd name="connsiteX18" fmla="*/ 1108633 w 1108633"/>
              <a:gd name="connsiteY18" fmla="*/ 549137 h 664640"/>
              <a:gd name="connsiteX19" fmla="*/ 1108633 w 1108633"/>
              <a:gd name="connsiteY19" fmla="*/ 549137 h 66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08633" h="664640">
                <a:moveTo>
                  <a:pt x="1108491" y="549279"/>
                </a:moveTo>
                <a:cubicBezTo>
                  <a:pt x="1107782" y="519907"/>
                  <a:pt x="1082666" y="238669"/>
                  <a:pt x="1082099" y="237818"/>
                </a:cubicBezTo>
                <a:cubicBezTo>
                  <a:pt x="1051024" y="179924"/>
                  <a:pt x="919770" y="91949"/>
                  <a:pt x="862727" y="73360"/>
                </a:cubicBezTo>
                <a:cubicBezTo>
                  <a:pt x="844139" y="67259"/>
                  <a:pt x="746941" y="73360"/>
                  <a:pt x="735589" y="73360"/>
                </a:cubicBezTo>
                <a:cubicBezTo>
                  <a:pt x="735589" y="81874"/>
                  <a:pt x="557651" y="102591"/>
                  <a:pt x="557651" y="56475"/>
                </a:cubicBezTo>
                <a:cubicBezTo>
                  <a:pt x="555381" y="56475"/>
                  <a:pt x="436330" y="7946"/>
                  <a:pt x="407384" y="0"/>
                </a:cubicBezTo>
                <a:cubicBezTo>
                  <a:pt x="279393" y="133950"/>
                  <a:pt x="1135" y="394045"/>
                  <a:pt x="1135" y="473507"/>
                </a:cubicBezTo>
                <a:cubicBezTo>
                  <a:pt x="1135" y="477622"/>
                  <a:pt x="709" y="481879"/>
                  <a:pt x="0" y="486278"/>
                </a:cubicBezTo>
                <a:cubicBezTo>
                  <a:pt x="14758" y="490818"/>
                  <a:pt x="32636" y="493230"/>
                  <a:pt x="53920" y="493230"/>
                </a:cubicBezTo>
                <a:cubicBezTo>
                  <a:pt x="152822" y="493230"/>
                  <a:pt x="185742" y="499758"/>
                  <a:pt x="245055" y="440445"/>
                </a:cubicBezTo>
                <a:cubicBezTo>
                  <a:pt x="264778" y="420722"/>
                  <a:pt x="383545" y="407525"/>
                  <a:pt x="416465" y="407525"/>
                </a:cubicBezTo>
                <a:cubicBezTo>
                  <a:pt x="416465" y="460311"/>
                  <a:pt x="383545" y="473507"/>
                  <a:pt x="350625" y="486561"/>
                </a:cubicBezTo>
                <a:cubicBezTo>
                  <a:pt x="232000" y="545874"/>
                  <a:pt x="377018" y="585463"/>
                  <a:pt x="409938" y="598659"/>
                </a:cubicBezTo>
                <a:cubicBezTo>
                  <a:pt x="462723" y="625052"/>
                  <a:pt x="561625" y="565739"/>
                  <a:pt x="561625" y="664641"/>
                </a:cubicBezTo>
                <a:cubicBezTo>
                  <a:pt x="627606" y="664641"/>
                  <a:pt x="640803" y="625052"/>
                  <a:pt x="640803" y="565739"/>
                </a:cubicBezTo>
                <a:cubicBezTo>
                  <a:pt x="640803" y="546016"/>
                  <a:pt x="700115" y="493230"/>
                  <a:pt x="719839" y="493230"/>
                </a:cubicBezTo>
                <a:cubicBezTo>
                  <a:pt x="765955" y="493230"/>
                  <a:pt x="746231" y="552543"/>
                  <a:pt x="812071" y="552543"/>
                </a:cubicBezTo>
                <a:cubicBezTo>
                  <a:pt x="904304" y="552543"/>
                  <a:pt x="990008" y="545874"/>
                  <a:pt x="1082383" y="545874"/>
                </a:cubicBezTo>
                <a:cubicBezTo>
                  <a:pt x="1090329" y="545874"/>
                  <a:pt x="1099269" y="547293"/>
                  <a:pt x="1108633" y="549137"/>
                </a:cubicBezTo>
                <a:lnTo>
                  <a:pt x="1108633" y="549137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FEC001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41700D6F-C337-97CD-FDB0-E483AE9F8B80}"/>
              </a:ext>
            </a:extLst>
          </p:cNvPr>
          <p:cNvSpPr/>
          <p:nvPr/>
        </p:nvSpPr>
        <p:spPr>
          <a:xfrm>
            <a:off x="16821287" y="12250033"/>
            <a:ext cx="964280" cy="476060"/>
          </a:xfrm>
          <a:custGeom>
            <a:avLst/>
            <a:gdLst>
              <a:gd name="connsiteX0" fmla="*/ 527144 w 964280"/>
              <a:gd name="connsiteY0" fmla="*/ 476061 h 476060"/>
              <a:gd name="connsiteX1" fmla="*/ 712885 w 964280"/>
              <a:gd name="connsiteY1" fmla="*/ 296988 h 476060"/>
              <a:gd name="connsiteX2" fmla="*/ 933108 w 964280"/>
              <a:gd name="connsiteY2" fmla="*/ 59738 h 476060"/>
              <a:gd name="connsiteX3" fmla="*/ 961345 w 964280"/>
              <a:gd name="connsiteY3" fmla="*/ 0 h 476060"/>
              <a:gd name="connsiteX4" fmla="*/ 825551 w 964280"/>
              <a:gd name="connsiteY4" fmla="*/ 14757 h 476060"/>
              <a:gd name="connsiteX5" fmla="*/ 434343 w 964280"/>
              <a:gd name="connsiteY5" fmla="*/ 104577 h 476060"/>
              <a:gd name="connsiteX6" fmla="*/ 0 w 964280"/>
              <a:gd name="connsiteY6" fmla="*/ 76766 h 476060"/>
              <a:gd name="connsiteX7" fmla="*/ 10500 w 964280"/>
              <a:gd name="connsiteY7" fmla="*/ 142038 h 476060"/>
              <a:gd name="connsiteX8" fmla="*/ 79461 w 964280"/>
              <a:gd name="connsiteY8" fmla="*/ 169140 h 476060"/>
              <a:gd name="connsiteX9" fmla="*/ 107699 w 964280"/>
              <a:gd name="connsiteY9" fmla="*/ 167153 h 476060"/>
              <a:gd name="connsiteX10" fmla="*/ 333171 w 964280"/>
              <a:gd name="connsiteY10" fmla="*/ 291596 h 476060"/>
              <a:gd name="connsiteX11" fmla="*/ 527144 w 964280"/>
              <a:gd name="connsiteY11" fmla="*/ 475919 h 476060"/>
              <a:gd name="connsiteX12" fmla="*/ 527144 w 964280"/>
              <a:gd name="connsiteY12" fmla="*/ 475919 h 476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64280" h="476060">
                <a:moveTo>
                  <a:pt x="527144" y="476061"/>
                </a:moveTo>
                <a:cubicBezTo>
                  <a:pt x="609727" y="395464"/>
                  <a:pt x="699547" y="310326"/>
                  <a:pt x="712885" y="296988"/>
                </a:cubicBezTo>
                <a:cubicBezTo>
                  <a:pt x="794617" y="215256"/>
                  <a:pt x="856342" y="136646"/>
                  <a:pt x="933108" y="59738"/>
                </a:cubicBezTo>
                <a:cubicBezTo>
                  <a:pt x="942332" y="50515"/>
                  <a:pt x="973974" y="3973"/>
                  <a:pt x="961345" y="0"/>
                </a:cubicBezTo>
                <a:cubicBezTo>
                  <a:pt x="942473" y="4966"/>
                  <a:pt x="878478" y="-7095"/>
                  <a:pt x="825551" y="14757"/>
                </a:cubicBezTo>
                <a:cubicBezTo>
                  <a:pt x="646194" y="88827"/>
                  <a:pt x="523596" y="109118"/>
                  <a:pt x="434343" y="104577"/>
                </a:cubicBezTo>
                <a:cubicBezTo>
                  <a:pt x="204756" y="93084"/>
                  <a:pt x="194114" y="-81307"/>
                  <a:pt x="0" y="76766"/>
                </a:cubicBezTo>
                <a:cubicBezTo>
                  <a:pt x="6811" y="96489"/>
                  <a:pt x="10500" y="118057"/>
                  <a:pt x="10500" y="142038"/>
                </a:cubicBezTo>
                <a:cubicBezTo>
                  <a:pt x="37319" y="142038"/>
                  <a:pt x="59739" y="151403"/>
                  <a:pt x="79461" y="169140"/>
                </a:cubicBezTo>
                <a:cubicBezTo>
                  <a:pt x="92800" y="168005"/>
                  <a:pt x="104435" y="167153"/>
                  <a:pt x="107699" y="167153"/>
                </a:cubicBezTo>
                <a:cubicBezTo>
                  <a:pt x="126146" y="167153"/>
                  <a:pt x="318415" y="276839"/>
                  <a:pt x="333171" y="291596"/>
                </a:cubicBezTo>
                <a:cubicBezTo>
                  <a:pt x="399438" y="357862"/>
                  <a:pt x="434201" y="442148"/>
                  <a:pt x="527144" y="475919"/>
                </a:cubicBezTo>
                <a:lnTo>
                  <a:pt x="527144" y="475919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FEC001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55E10476-3D1D-79B5-0F11-9ADEF6EE0547}"/>
              </a:ext>
            </a:extLst>
          </p:cNvPr>
          <p:cNvSpPr/>
          <p:nvPr/>
        </p:nvSpPr>
        <p:spPr>
          <a:xfrm>
            <a:off x="15471572" y="15036018"/>
            <a:ext cx="690182" cy="1077842"/>
          </a:xfrm>
          <a:custGeom>
            <a:avLst/>
            <a:gdLst>
              <a:gd name="connsiteX0" fmla="*/ 85705 w 690182"/>
              <a:gd name="connsiteY0" fmla="*/ 1009448 h 1077842"/>
              <a:gd name="connsiteX1" fmla="*/ 238811 w 690182"/>
              <a:gd name="connsiteY1" fmla="*/ 1077842 h 1077842"/>
              <a:gd name="connsiteX2" fmla="*/ 368078 w 690182"/>
              <a:gd name="connsiteY2" fmla="*/ 900046 h 1077842"/>
              <a:gd name="connsiteX3" fmla="*/ 495217 w 690182"/>
              <a:gd name="connsiteY3" fmla="*/ 772907 h 1077842"/>
              <a:gd name="connsiteX4" fmla="*/ 681668 w 690182"/>
              <a:gd name="connsiteY4" fmla="*/ 434059 h 1077842"/>
              <a:gd name="connsiteX5" fmla="*/ 690182 w 690182"/>
              <a:gd name="connsiteY5" fmla="*/ 201776 h 1077842"/>
              <a:gd name="connsiteX6" fmla="*/ 512244 w 690182"/>
              <a:gd name="connsiteY6" fmla="*/ 84002 h 1077842"/>
              <a:gd name="connsiteX7" fmla="*/ 443851 w 690182"/>
              <a:gd name="connsiteY7" fmla="*/ 0 h 1077842"/>
              <a:gd name="connsiteX8" fmla="*/ 296563 w 690182"/>
              <a:gd name="connsiteY8" fmla="*/ 110253 h 1077842"/>
              <a:gd name="connsiteX9" fmla="*/ 342537 w 690182"/>
              <a:gd name="connsiteY9" fmla="*/ 271305 h 1077842"/>
              <a:gd name="connsiteX10" fmla="*/ 296563 w 690182"/>
              <a:gd name="connsiteY10" fmla="*/ 275846 h 1077842"/>
              <a:gd name="connsiteX11" fmla="*/ 199932 w 690182"/>
              <a:gd name="connsiteY11" fmla="*/ 639383 h 1077842"/>
              <a:gd name="connsiteX12" fmla="*/ 158498 w 690182"/>
              <a:gd name="connsiteY12" fmla="*/ 694581 h 1077842"/>
              <a:gd name="connsiteX13" fmla="*/ 34197 w 690182"/>
              <a:gd name="connsiteY13" fmla="*/ 754461 h 1077842"/>
              <a:gd name="connsiteX14" fmla="*/ 0 w 690182"/>
              <a:gd name="connsiteY14" fmla="*/ 894796 h 1077842"/>
              <a:gd name="connsiteX15" fmla="*/ 85705 w 690182"/>
              <a:gd name="connsiteY15" fmla="*/ 1009306 h 1077842"/>
              <a:gd name="connsiteX16" fmla="*/ 85705 w 690182"/>
              <a:gd name="connsiteY16" fmla="*/ 1009306 h 107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90182" h="1077842">
                <a:moveTo>
                  <a:pt x="85705" y="1009448"/>
                </a:moveTo>
                <a:cubicBezTo>
                  <a:pt x="138491" y="1027468"/>
                  <a:pt x="187728" y="1055280"/>
                  <a:pt x="238811" y="1077842"/>
                </a:cubicBezTo>
                <a:cubicBezTo>
                  <a:pt x="240656" y="1024063"/>
                  <a:pt x="329482" y="938783"/>
                  <a:pt x="368078" y="900046"/>
                </a:cubicBezTo>
                <a:cubicBezTo>
                  <a:pt x="448675" y="841443"/>
                  <a:pt x="441155" y="840592"/>
                  <a:pt x="495217" y="772907"/>
                </a:cubicBezTo>
                <a:cubicBezTo>
                  <a:pt x="495217" y="638532"/>
                  <a:pt x="681668" y="446830"/>
                  <a:pt x="681668" y="434059"/>
                </a:cubicBezTo>
                <a:cubicBezTo>
                  <a:pt x="681810" y="362544"/>
                  <a:pt x="690182" y="279677"/>
                  <a:pt x="690182" y="201776"/>
                </a:cubicBezTo>
                <a:cubicBezTo>
                  <a:pt x="627606" y="184323"/>
                  <a:pt x="572834" y="144592"/>
                  <a:pt x="512244" y="84002"/>
                </a:cubicBezTo>
                <a:cubicBezTo>
                  <a:pt x="494224" y="65982"/>
                  <a:pt x="462297" y="9365"/>
                  <a:pt x="443851" y="0"/>
                </a:cubicBezTo>
                <a:cubicBezTo>
                  <a:pt x="382693" y="0"/>
                  <a:pt x="320685" y="56049"/>
                  <a:pt x="296563" y="110253"/>
                </a:cubicBezTo>
                <a:cubicBezTo>
                  <a:pt x="293867" y="115646"/>
                  <a:pt x="342537" y="250447"/>
                  <a:pt x="342537" y="271305"/>
                </a:cubicBezTo>
                <a:cubicBezTo>
                  <a:pt x="328773" y="271305"/>
                  <a:pt x="314867" y="275846"/>
                  <a:pt x="296563" y="275846"/>
                </a:cubicBezTo>
                <a:cubicBezTo>
                  <a:pt x="296563" y="413910"/>
                  <a:pt x="292022" y="547293"/>
                  <a:pt x="199932" y="639383"/>
                </a:cubicBezTo>
                <a:cubicBezTo>
                  <a:pt x="190708" y="648607"/>
                  <a:pt x="172262" y="680817"/>
                  <a:pt x="158498" y="694581"/>
                </a:cubicBezTo>
                <a:cubicBezTo>
                  <a:pt x="135510" y="717568"/>
                  <a:pt x="61866" y="726791"/>
                  <a:pt x="34197" y="754461"/>
                </a:cubicBezTo>
                <a:cubicBezTo>
                  <a:pt x="11778" y="776880"/>
                  <a:pt x="4966" y="896499"/>
                  <a:pt x="0" y="894796"/>
                </a:cubicBezTo>
                <a:cubicBezTo>
                  <a:pt x="55907" y="913384"/>
                  <a:pt x="-284" y="979649"/>
                  <a:pt x="85705" y="1009306"/>
                </a:cubicBezTo>
                <a:lnTo>
                  <a:pt x="85705" y="1009306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FEC001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3BAACB74-1A14-5DCE-7BDB-79FDA5D1C746}"/>
              </a:ext>
            </a:extLst>
          </p:cNvPr>
          <p:cNvSpPr/>
          <p:nvPr/>
        </p:nvSpPr>
        <p:spPr>
          <a:xfrm>
            <a:off x="11789484" y="7963356"/>
            <a:ext cx="1514231" cy="1686291"/>
          </a:xfrm>
          <a:custGeom>
            <a:avLst/>
            <a:gdLst>
              <a:gd name="connsiteX0" fmla="*/ 1059283 w 1514231"/>
              <a:gd name="connsiteY0" fmla="*/ 1474157 h 1686291"/>
              <a:gd name="connsiteX1" fmla="*/ 1508384 w 1514231"/>
              <a:gd name="connsiteY1" fmla="*/ 898060 h 1686291"/>
              <a:gd name="connsiteX2" fmla="*/ 1290858 w 1514231"/>
              <a:gd name="connsiteY2" fmla="*/ 699121 h 1686291"/>
              <a:gd name="connsiteX3" fmla="*/ 1129238 w 1514231"/>
              <a:gd name="connsiteY3" fmla="*/ 120612 h 1686291"/>
              <a:gd name="connsiteX4" fmla="*/ 1025512 w 1514231"/>
              <a:gd name="connsiteY4" fmla="*/ 0 h 1686291"/>
              <a:gd name="connsiteX5" fmla="*/ 847574 w 1514231"/>
              <a:gd name="connsiteY5" fmla="*/ 186451 h 1686291"/>
              <a:gd name="connsiteX6" fmla="*/ 618838 w 1514231"/>
              <a:gd name="connsiteY6" fmla="*/ 618525 h 1686291"/>
              <a:gd name="connsiteX7" fmla="*/ 271477 w 1514231"/>
              <a:gd name="connsiteY7" fmla="*/ 660951 h 1686291"/>
              <a:gd name="connsiteX8" fmla="*/ 5706 w 1514231"/>
              <a:gd name="connsiteY8" fmla="*/ 567868 h 1686291"/>
              <a:gd name="connsiteX9" fmla="*/ 5706 w 1514231"/>
              <a:gd name="connsiteY9" fmla="*/ 567868 h 1686291"/>
              <a:gd name="connsiteX10" fmla="*/ 7266 w 1514231"/>
              <a:gd name="connsiteY10" fmla="*/ 736866 h 1686291"/>
              <a:gd name="connsiteX11" fmla="*/ 132277 w 1514231"/>
              <a:gd name="connsiteY11" fmla="*/ 786813 h 1686291"/>
              <a:gd name="connsiteX12" fmla="*/ 319722 w 1514231"/>
              <a:gd name="connsiteY12" fmla="*/ 867978 h 1686291"/>
              <a:gd name="connsiteX13" fmla="*/ 544627 w 1514231"/>
              <a:gd name="connsiteY13" fmla="*/ 1299058 h 1686291"/>
              <a:gd name="connsiteX14" fmla="*/ 632034 w 1514231"/>
              <a:gd name="connsiteY14" fmla="*/ 1411439 h 1686291"/>
              <a:gd name="connsiteX15" fmla="*/ 669637 w 1514231"/>
              <a:gd name="connsiteY15" fmla="*/ 1563410 h 1686291"/>
              <a:gd name="connsiteX16" fmla="*/ 925759 w 1514231"/>
              <a:gd name="connsiteY16" fmla="*/ 1686292 h 1686291"/>
              <a:gd name="connsiteX17" fmla="*/ 1025654 w 1514231"/>
              <a:gd name="connsiteY17" fmla="*/ 1492604 h 1686291"/>
              <a:gd name="connsiteX18" fmla="*/ 1064250 w 1514231"/>
              <a:gd name="connsiteY18" fmla="*/ 1482529 h 1686291"/>
              <a:gd name="connsiteX19" fmla="*/ 1059425 w 1514231"/>
              <a:gd name="connsiteY19" fmla="*/ 1474157 h 1686291"/>
              <a:gd name="connsiteX20" fmla="*/ 1059425 w 1514231"/>
              <a:gd name="connsiteY20" fmla="*/ 1474157 h 1686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514231" h="1686291">
                <a:moveTo>
                  <a:pt x="1059283" y="1474157"/>
                </a:moveTo>
                <a:cubicBezTo>
                  <a:pt x="1059283" y="1354255"/>
                  <a:pt x="1485822" y="898060"/>
                  <a:pt x="1508384" y="898060"/>
                </a:cubicBezTo>
                <a:cubicBezTo>
                  <a:pt x="1551662" y="760137"/>
                  <a:pt x="1342224" y="761130"/>
                  <a:pt x="1290858" y="699121"/>
                </a:cubicBezTo>
                <a:cubicBezTo>
                  <a:pt x="1240769" y="638816"/>
                  <a:pt x="1144279" y="249595"/>
                  <a:pt x="1129238" y="120612"/>
                </a:cubicBezTo>
                <a:cubicBezTo>
                  <a:pt x="1122711" y="64705"/>
                  <a:pt x="1090217" y="0"/>
                  <a:pt x="1025512" y="0"/>
                </a:cubicBezTo>
                <a:lnTo>
                  <a:pt x="847574" y="186451"/>
                </a:lnTo>
                <a:cubicBezTo>
                  <a:pt x="847574" y="275562"/>
                  <a:pt x="618838" y="602065"/>
                  <a:pt x="618838" y="618525"/>
                </a:cubicBezTo>
                <a:cubicBezTo>
                  <a:pt x="581945" y="618525"/>
                  <a:pt x="271477" y="620227"/>
                  <a:pt x="271477" y="660951"/>
                </a:cubicBezTo>
                <a:cubicBezTo>
                  <a:pt x="127594" y="660951"/>
                  <a:pt x="142493" y="570564"/>
                  <a:pt x="5706" y="567868"/>
                </a:cubicBezTo>
                <a:lnTo>
                  <a:pt x="5706" y="567868"/>
                </a:lnTo>
                <a:cubicBezTo>
                  <a:pt x="4145" y="595254"/>
                  <a:pt x="-7207" y="722392"/>
                  <a:pt x="7266" y="736866"/>
                </a:cubicBezTo>
                <a:cubicBezTo>
                  <a:pt x="20179" y="749778"/>
                  <a:pt x="132277" y="769218"/>
                  <a:pt x="132277" y="786813"/>
                </a:cubicBezTo>
                <a:cubicBezTo>
                  <a:pt x="141784" y="786813"/>
                  <a:pt x="194427" y="859180"/>
                  <a:pt x="319722" y="867978"/>
                </a:cubicBezTo>
                <a:cubicBezTo>
                  <a:pt x="430258" y="915371"/>
                  <a:pt x="544627" y="1179297"/>
                  <a:pt x="544627" y="1299058"/>
                </a:cubicBezTo>
                <a:cubicBezTo>
                  <a:pt x="556120" y="1327862"/>
                  <a:pt x="632034" y="1401223"/>
                  <a:pt x="632034" y="1411439"/>
                </a:cubicBezTo>
                <a:cubicBezTo>
                  <a:pt x="633738" y="1411439"/>
                  <a:pt x="639839" y="1497712"/>
                  <a:pt x="669637" y="1563410"/>
                </a:cubicBezTo>
                <a:cubicBezTo>
                  <a:pt x="715044" y="1663872"/>
                  <a:pt x="824729" y="1686292"/>
                  <a:pt x="925759" y="1686292"/>
                </a:cubicBezTo>
                <a:cubicBezTo>
                  <a:pt x="925759" y="1629108"/>
                  <a:pt x="946192" y="1492604"/>
                  <a:pt x="1025654" y="1492604"/>
                </a:cubicBezTo>
                <a:cubicBezTo>
                  <a:pt x="1043249" y="1486218"/>
                  <a:pt x="1055452" y="1483239"/>
                  <a:pt x="1064250" y="1482529"/>
                </a:cubicBezTo>
                <a:cubicBezTo>
                  <a:pt x="1066662" y="1477705"/>
                  <a:pt x="1074182" y="1474157"/>
                  <a:pt x="1059425" y="1474157"/>
                </a:cubicBezTo>
                <a:lnTo>
                  <a:pt x="1059425" y="1474157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FEC001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B745F6AD-B536-8B87-7228-4692399AB3E5}"/>
              </a:ext>
            </a:extLst>
          </p:cNvPr>
          <p:cNvSpPr/>
          <p:nvPr/>
        </p:nvSpPr>
        <p:spPr>
          <a:xfrm>
            <a:off x="10967936" y="17700115"/>
            <a:ext cx="2142771" cy="1950643"/>
          </a:xfrm>
          <a:custGeom>
            <a:avLst/>
            <a:gdLst>
              <a:gd name="connsiteX0" fmla="*/ 1020942 w 2142771"/>
              <a:gd name="connsiteY0" fmla="*/ 142 h 1950643"/>
              <a:gd name="connsiteX1" fmla="*/ 474500 w 2142771"/>
              <a:gd name="connsiteY1" fmla="*/ 362686 h 1950643"/>
              <a:gd name="connsiteX2" fmla="*/ 236824 w 2142771"/>
              <a:gd name="connsiteY2" fmla="*/ 718561 h 1950643"/>
              <a:gd name="connsiteX3" fmla="*/ 0 w 2142771"/>
              <a:gd name="connsiteY3" fmla="*/ 896499 h 1950643"/>
              <a:gd name="connsiteX4" fmla="*/ 359139 w 2142771"/>
              <a:gd name="connsiteY4" fmla="*/ 1113741 h 1950643"/>
              <a:gd name="connsiteX5" fmla="*/ 432073 w 2142771"/>
              <a:gd name="connsiteY5" fmla="*/ 1226833 h 1950643"/>
              <a:gd name="connsiteX6" fmla="*/ 821862 w 2142771"/>
              <a:gd name="connsiteY6" fmla="*/ 1379371 h 1950643"/>
              <a:gd name="connsiteX7" fmla="*/ 931973 w 2142771"/>
              <a:gd name="connsiteY7" fmla="*/ 1506509 h 1950643"/>
              <a:gd name="connsiteX8" fmla="*/ 1059112 w 2142771"/>
              <a:gd name="connsiteY8" fmla="*/ 1709846 h 1950643"/>
              <a:gd name="connsiteX9" fmla="*/ 1262448 w 2142771"/>
              <a:gd name="connsiteY9" fmla="*/ 1557308 h 1950643"/>
              <a:gd name="connsiteX10" fmla="*/ 1287848 w 2142771"/>
              <a:gd name="connsiteY10" fmla="*/ 1659047 h 1950643"/>
              <a:gd name="connsiteX11" fmla="*/ 1169223 w 2142771"/>
              <a:gd name="connsiteY11" fmla="*/ 1735246 h 1950643"/>
              <a:gd name="connsiteX12" fmla="*/ 1080396 w 2142771"/>
              <a:gd name="connsiteY12" fmla="*/ 1950643 h 1950643"/>
              <a:gd name="connsiteX13" fmla="*/ 1381074 w 2142771"/>
              <a:gd name="connsiteY13" fmla="*/ 1582707 h 1950643"/>
              <a:gd name="connsiteX14" fmla="*/ 1596614 w 2142771"/>
              <a:gd name="connsiteY14" fmla="*/ 1135168 h 1950643"/>
              <a:gd name="connsiteX15" fmla="*/ 1855574 w 2142771"/>
              <a:gd name="connsiteY15" fmla="*/ 972697 h 1950643"/>
              <a:gd name="connsiteX16" fmla="*/ 1631378 w 2142771"/>
              <a:gd name="connsiteY16" fmla="*/ 1291253 h 1950643"/>
              <a:gd name="connsiteX17" fmla="*/ 1459968 w 2142771"/>
              <a:gd name="connsiteY17" fmla="*/ 1485083 h 1950643"/>
              <a:gd name="connsiteX18" fmla="*/ 1452305 w 2142771"/>
              <a:gd name="connsiteY18" fmla="*/ 1606546 h 1950643"/>
              <a:gd name="connsiteX19" fmla="*/ 1686150 w 2142771"/>
              <a:gd name="connsiteY19" fmla="*/ 1345458 h 1950643"/>
              <a:gd name="connsiteX20" fmla="*/ 1948800 w 2142771"/>
              <a:gd name="connsiteY20" fmla="*/ 981069 h 1950643"/>
              <a:gd name="connsiteX21" fmla="*/ 2142771 w 2142771"/>
              <a:gd name="connsiteY21" fmla="*/ 661519 h 1950643"/>
              <a:gd name="connsiteX22" fmla="*/ 1983422 w 2142771"/>
              <a:gd name="connsiteY22" fmla="*/ 673155 h 1950643"/>
              <a:gd name="connsiteX23" fmla="*/ 2036775 w 2142771"/>
              <a:gd name="connsiteY23" fmla="*/ 593125 h 1950643"/>
              <a:gd name="connsiteX24" fmla="*/ 2096797 w 2142771"/>
              <a:gd name="connsiteY24" fmla="*/ 506427 h 1950643"/>
              <a:gd name="connsiteX25" fmla="*/ 1910062 w 2142771"/>
              <a:gd name="connsiteY25" fmla="*/ 419729 h 1950643"/>
              <a:gd name="connsiteX26" fmla="*/ 1689981 w 2142771"/>
              <a:gd name="connsiteY26" fmla="*/ 226324 h 1950643"/>
              <a:gd name="connsiteX27" fmla="*/ 1276638 w 2142771"/>
              <a:gd name="connsiteY27" fmla="*/ 32920 h 1950643"/>
              <a:gd name="connsiteX28" fmla="*/ 1020942 w 2142771"/>
              <a:gd name="connsiteY28" fmla="*/ 0 h 1950643"/>
              <a:gd name="connsiteX29" fmla="*/ 1020942 w 2142771"/>
              <a:gd name="connsiteY29" fmla="*/ 0 h 195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42771" h="1950643">
                <a:moveTo>
                  <a:pt x="1020942" y="142"/>
                </a:moveTo>
                <a:cubicBezTo>
                  <a:pt x="912249" y="52360"/>
                  <a:pt x="474500" y="227034"/>
                  <a:pt x="474500" y="362686"/>
                </a:cubicBezTo>
                <a:cubicBezTo>
                  <a:pt x="427391" y="378436"/>
                  <a:pt x="236824" y="696000"/>
                  <a:pt x="236824" y="718561"/>
                </a:cubicBezTo>
                <a:cubicBezTo>
                  <a:pt x="224480" y="718561"/>
                  <a:pt x="14616" y="831368"/>
                  <a:pt x="0" y="896499"/>
                </a:cubicBezTo>
                <a:cubicBezTo>
                  <a:pt x="0" y="1086781"/>
                  <a:pt x="314726" y="908418"/>
                  <a:pt x="359139" y="1113741"/>
                </a:cubicBezTo>
                <a:cubicBezTo>
                  <a:pt x="370349" y="1165676"/>
                  <a:pt x="360558" y="1226833"/>
                  <a:pt x="432073" y="1226833"/>
                </a:cubicBezTo>
                <a:cubicBezTo>
                  <a:pt x="432073" y="1088625"/>
                  <a:pt x="821862" y="1327579"/>
                  <a:pt x="821862" y="1379371"/>
                </a:cubicBezTo>
                <a:cubicBezTo>
                  <a:pt x="830375" y="1379371"/>
                  <a:pt x="868971" y="1506509"/>
                  <a:pt x="931973" y="1506509"/>
                </a:cubicBezTo>
                <a:cubicBezTo>
                  <a:pt x="931973" y="1513746"/>
                  <a:pt x="1051308" y="1709846"/>
                  <a:pt x="1059112" y="1709846"/>
                </a:cubicBezTo>
                <a:cubicBezTo>
                  <a:pt x="1186250" y="1692819"/>
                  <a:pt x="1203136" y="1557308"/>
                  <a:pt x="1262448" y="1557308"/>
                </a:cubicBezTo>
                <a:cubicBezTo>
                  <a:pt x="1262448" y="1582707"/>
                  <a:pt x="1253935" y="1659047"/>
                  <a:pt x="1287848" y="1659047"/>
                </a:cubicBezTo>
                <a:cubicBezTo>
                  <a:pt x="1287848" y="1692961"/>
                  <a:pt x="1169223" y="1828471"/>
                  <a:pt x="1169223" y="1735246"/>
                </a:cubicBezTo>
                <a:cubicBezTo>
                  <a:pt x="1110620" y="1735246"/>
                  <a:pt x="1080396" y="1895305"/>
                  <a:pt x="1080396" y="1950643"/>
                </a:cubicBezTo>
                <a:cubicBezTo>
                  <a:pt x="1265003" y="1950643"/>
                  <a:pt x="1381074" y="1680190"/>
                  <a:pt x="1381074" y="1582707"/>
                </a:cubicBezTo>
                <a:cubicBezTo>
                  <a:pt x="1248259" y="1582707"/>
                  <a:pt x="1578451" y="1153330"/>
                  <a:pt x="1596614" y="1135168"/>
                </a:cubicBezTo>
                <a:cubicBezTo>
                  <a:pt x="1664440" y="1067341"/>
                  <a:pt x="1669122" y="972697"/>
                  <a:pt x="1855574" y="972697"/>
                </a:cubicBezTo>
                <a:cubicBezTo>
                  <a:pt x="1855574" y="1024772"/>
                  <a:pt x="1675082" y="1247549"/>
                  <a:pt x="1631378" y="1291253"/>
                </a:cubicBezTo>
                <a:cubicBezTo>
                  <a:pt x="1622723" y="1299909"/>
                  <a:pt x="1524105" y="1442940"/>
                  <a:pt x="1459968" y="1485083"/>
                </a:cubicBezTo>
                <a:cubicBezTo>
                  <a:pt x="1403067" y="1522544"/>
                  <a:pt x="1428893" y="1524388"/>
                  <a:pt x="1452305" y="1606546"/>
                </a:cubicBezTo>
                <a:cubicBezTo>
                  <a:pt x="1459400" y="1606546"/>
                  <a:pt x="1672954" y="1358654"/>
                  <a:pt x="1686150" y="1345458"/>
                </a:cubicBezTo>
                <a:cubicBezTo>
                  <a:pt x="1796261" y="1235346"/>
                  <a:pt x="1864088" y="1159006"/>
                  <a:pt x="1948800" y="981069"/>
                </a:cubicBezTo>
                <a:cubicBezTo>
                  <a:pt x="1968381" y="935378"/>
                  <a:pt x="2088851" y="748501"/>
                  <a:pt x="2142771" y="661519"/>
                </a:cubicBezTo>
                <a:cubicBezTo>
                  <a:pt x="2142771" y="660810"/>
                  <a:pt x="1998321" y="673155"/>
                  <a:pt x="1983422" y="673155"/>
                </a:cubicBezTo>
                <a:cubicBezTo>
                  <a:pt x="1983422" y="646478"/>
                  <a:pt x="2023437" y="599795"/>
                  <a:pt x="2036775" y="593125"/>
                </a:cubicBezTo>
                <a:cubicBezTo>
                  <a:pt x="2070121" y="579787"/>
                  <a:pt x="2050113" y="506427"/>
                  <a:pt x="2096797" y="506427"/>
                </a:cubicBezTo>
                <a:cubicBezTo>
                  <a:pt x="2096797" y="379714"/>
                  <a:pt x="1990091" y="446405"/>
                  <a:pt x="1910062" y="419729"/>
                </a:cubicBezTo>
                <a:cubicBezTo>
                  <a:pt x="1763341" y="373044"/>
                  <a:pt x="1783349" y="319691"/>
                  <a:pt x="1689981" y="226324"/>
                </a:cubicBezTo>
                <a:cubicBezTo>
                  <a:pt x="1569937" y="106280"/>
                  <a:pt x="1416548" y="99611"/>
                  <a:pt x="1276638" y="32920"/>
                </a:cubicBezTo>
                <a:cubicBezTo>
                  <a:pt x="1228394" y="10926"/>
                  <a:pt x="1116438" y="6385"/>
                  <a:pt x="1020942" y="0"/>
                </a:cubicBezTo>
                <a:lnTo>
                  <a:pt x="1020942" y="0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FEC001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6B1E7921-0EBF-EF5F-3584-517BF28AA1AD}"/>
              </a:ext>
            </a:extLst>
          </p:cNvPr>
          <p:cNvSpPr/>
          <p:nvPr/>
        </p:nvSpPr>
        <p:spPr>
          <a:xfrm>
            <a:off x="14502565" y="15926415"/>
            <a:ext cx="1207676" cy="693085"/>
          </a:xfrm>
          <a:custGeom>
            <a:avLst/>
            <a:gdLst>
              <a:gd name="connsiteX0" fmla="*/ 218661 w 1207676"/>
              <a:gd name="connsiteY0" fmla="*/ 670600 h 693085"/>
              <a:gd name="connsiteX1" fmla="*/ 235547 w 1207676"/>
              <a:gd name="connsiteY1" fmla="*/ 645201 h 693085"/>
              <a:gd name="connsiteX2" fmla="*/ 142321 w 1207676"/>
              <a:gd name="connsiteY2" fmla="*/ 645201 h 693085"/>
              <a:gd name="connsiteX3" fmla="*/ 142321 w 1207676"/>
              <a:gd name="connsiteY3" fmla="*/ 594402 h 693085"/>
              <a:gd name="connsiteX4" fmla="*/ 328773 w 1207676"/>
              <a:gd name="connsiteY4" fmla="*/ 585888 h 693085"/>
              <a:gd name="connsiteX5" fmla="*/ 277974 w 1207676"/>
              <a:gd name="connsiteY5" fmla="*/ 628315 h 693085"/>
              <a:gd name="connsiteX6" fmla="*/ 277974 w 1207676"/>
              <a:gd name="connsiteY6" fmla="*/ 645201 h 693085"/>
              <a:gd name="connsiteX7" fmla="*/ 362686 w 1207676"/>
              <a:gd name="connsiteY7" fmla="*/ 645201 h 693085"/>
              <a:gd name="connsiteX8" fmla="*/ 566022 w 1207676"/>
              <a:gd name="connsiteY8" fmla="*/ 543603 h 693085"/>
              <a:gd name="connsiteX9" fmla="*/ 566022 w 1207676"/>
              <a:gd name="connsiteY9" fmla="*/ 619802 h 693085"/>
              <a:gd name="connsiteX10" fmla="*/ 887984 w 1207676"/>
              <a:gd name="connsiteY10" fmla="*/ 585888 h 693085"/>
              <a:gd name="connsiteX11" fmla="*/ 887984 w 1207676"/>
              <a:gd name="connsiteY11" fmla="*/ 535090 h 693085"/>
              <a:gd name="connsiteX12" fmla="*/ 1167520 w 1207676"/>
              <a:gd name="connsiteY12" fmla="*/ 416464 h 693085"/>
              <a:gd name="connsiteX13" fmla="*/ 1207676 w 1207676"/>
              <a:gd name="connsiteY13" fmla="*/ 187586 h 693085"/>
              <a:gd name="connsiteX14" fmla="*/ 1054571 w 1207676"/>
              <a:gd name="connsiteY14" fmla="*/ 119193 h 693085"/>
              <a:gd name="connsiteX15" fmla="*/ 932540 w 1207676"/>
              <a:gd name="connsiteY15" fmla="*/ 0 h 693085"/>
              <a:gd name="connsiteX16" fmla="*/ 816327 w 1207676"/>
              <a:gd name="connsiteY16" fmla="*/ 174390 h 693085"/>
              <a:gd name="connsiteX17" fmla="*/ 464567 w 1207676"/>
              <a:gd name="connsiteY17" fmla="*/ 328490 h 693085"/>
              <a:gd name="connsiteX18" fmla="*/ 112097 w 1207676"/>
              <a:gd name="connsiteY18" fmla="*/ 457899 h 693085"/>
              <a:gd name="connsiteX19" fmla="*/ 126855 w 1207676"/>
              <a:gd name="connsiteY19" fmla="*/ 457899 h 693085"/>
              <a:gd name="connsiteX20" fmla="*/ 126855 w 1207676"/>
              <a:gd name="connsiteY20" fmla="*/ 484575 h 693085"/>
              <a:gd name="connsiteX21" fmla="*/ 212276 w 1207676"/>
              <a:gd name="connsiteY21" fmla="*/ 495217 h 693085"/>
              <a:gd name="connsiteX22" fmla="*/ 121463 w 1207676"/>
              <a:gd name="connsiteY22" fmla="*/ 569996 h 693085"/>
              <a:gd name="connsiteX23" fmla="*/ 0 w 1207676"/>
              <a:gd name="connsiteY23" fmla="*/ 650167 h 693085"/>
              <a:gd name="connsiteX24" fmla="*/ 218519 w 1207676"/>
              <a:gd name="connsiteY24" fmla="*/ 670743 h 693085"/>
              <a:gd name="connsiteX25" fmla="*/ 218519 w 1207676"/>
              <a:gd name="connsiteY25" fmla="*/ 670743 h 69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07676" h="693085">
                <a:moveTo>
                  <a:pt x="218661" y="670600"/>
                </a:moveTo>
                <a:cubicBezTo>
                  <a:pt x="218661" y="662086"/>
                  <a:pt x="235547" y="653573"/>
                  <a:pt x="235547" y="645201"/>
                </a:cubicBezTo>
                <a:lnTo>
                  <a:pt x="142321" y="645201"/>
                </a:lnTo>
                <a:lnTo>
                  <a:pt x="142321" y="594402"/>
                </a:lnTo>
                <a:cubicBezTo>
                  <a:pt x="206884" y="594402"/>
                  <a:pt x="271021" y="585888"/>
                  <a:pt x="328773" y="585888"/>
                </a:cubicBezTo>
                <a:cubicBezTo>
                  <a:pt x="328773" y="606321"/>
                  <a:pt x="295853" y="628315"/>
                  <a:pt x="277974" y="628315"/>
                </a:cubicBezTo>
                <a:lnTo>
                  <a:pt x="277974" y="645201"/>
                </a:lnTo>
                <a:lnTo>
                  <a:pt x="362686" y="645201"/>
                </a:lnTo>
                <a:cubicBezTo>
                  <a:pt x="454067" y="619092"/>
                  <a:pt x="545589" y="543603"/>
                  <a:pt x="566022" y="543603"/>
                </a:cubicBezTo>
                <a:lnTo>
                  <a:pt x="566022" y="619802"/>
                </a:lnTo>
                <a:cubicBezTo>
                  <a:pt x="623491" y="619802"/>
                  <a:pt x="845274" y="628599"/>
                  <a:pt x="887984" y="585888"/>
                </a:cubicBezTo>
                <a:lnTo>
                  <a:pt x="887984" y="535090"/>
                </a:lnTo>
                <a:cubicBezTo>
                  <a:pt x="898627" y="535090"/>
                  <a:pt x="1073869" y="416464"/>
                  <a:pt x="1167520" y="416464"/>
                </a:cubicBezTo>
                <a:cubicBezTo>
                  <a:pt x="1177168" y="406816"/>
                  <a:pt x="1204271" y="216817"/>
                  <a:pt x="1207676" y="187586"/>
                </a:cubicBezTo>
                <a:cubicBezTo>
                  <a:pt x="1155175" y="164599"/>
                  <a:pt x="1098558" y="133950"/>
                  <a:pt x="1054571" y="119193"/>
                </a:cubicBezTo>
                <a:cubicBezTo>
                  <a:pt x="955811" y="87266"/>
                  <a:pt x="1045915" y="0"/>
                  <a:pt x="932540" y="0"/>
                </a:cubicBezTo>
                <a:cubicBezTo>
                  <a:pt x="932540" y="49380"/>
                  <a:pt x="833780" y="136646"/>
                  <a:pt x="816327" y="174390"/>
                </a:cubicBezTo>
                <a:cubicBezTo>
                  <a:pt x="734879" y="337145"/>
                  <a:pt x="647755" y="328490"/>
                  <a:pt x="464567" y="328490"/>
                </a:cubicBezTo>
                <a:cubicBezTo>
                  <a:pt x="311036" y="328490"/>
                  <a:pt x="197377" y="372477"/>
                  <a:pt x="112097" y="457899"/>
                </a:cubicBezTo>
                <a:lnTo>
                  <a:pt x="126855" y="457899"/>
                </a:lnTo>
                <a:cubicBezTo>
                  <a:pt x="126855" y="457899"/>
                  <a:pt x="126855" y="484575"/>
                  <a:pt x="126855" y="484575"/>
                </a:cubicBezTo>
                <a:cubicBezTo>
                  <a:pt x="155234" y="490250"/>
                  <a:pt x="183187" y="495217"/>
                  <a:pt x="212276" y="495217"/>
                </a:cubicBezTo>
                <a:cubicBezTo>
                  <a:pt x="238810" y="548286"/>
                  <a:pt x="179073" y="498339"/>
                  <a:pt x="121463" y="569996"/>
                </a:cubicBezTo>
                <a:cubicBezTo>
                  <a:pt x="109543" y="584895"/>
                  <a:pt x="64705" y="613274"/>
                  <a:pt x="0" y="650167"/>
                </a:cubicBezTo>
                <a:cubicBezTo>
                  <a:pt x="92942" y="732751"/>
                  <a:pt x="89962" y="670743"/>
                  <a:pt x="218519" y="670743"/>
                </a:cubicBezTo>
                <a:lnTo>
                  <a:pt x="218519" y="670743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FDAD27"/>
            </a:solidFill>
            <a:prstDash val="solid"/>
            <a:miter/>
          </a:ln>
        </p:spPr>
        <p:txBody>
          <a:bodyPr rtlCol="0" anchor="ctr"/>
          <a:lstStyle/>
          <a:p>
            <a:endParaRPr lang="pt-BR">
              <a:highlight>
                <a:srgbClr val="FFA000"/>
              </a:highlight>
            </a:endParaRPr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C6E86C25-A1B8-CB51-8499-C640AD439A3B}"/>
              </a:ext>
            </a:extLst>
          </p:cNvPr>
          <p:cNvSpPr/>
          <p:nvPr/>
        </p:nvSpPr>
        <p:spPr>
          <a:xfrm>
            <a:off x="11716774" y="16294919"/>
            <a:ext cx="1865169" cy="1285205"/>
          </a:xfrm>
          <a:custGeom>
            <a:avLst/>
            <a:gdLst>
              <a:gd name="connsiteX0" fmla="*/ 22083 w 1865169"/>
              <a:gd name="connsiteY0" fmla="*/ 878194 h 1285205"/>
              <a:gd name="connsiteX1" fmla="*/ 242305 w 1865169"/>
              <a:gd name="connsiteY1" fmla="*/ 954392 h 1285205"/>
              <a:gd name="connsiteX2" fmla="*/ 284733 w 1865169"/>
              <a:gd name="connsiteY2" fmla="*/ 1089903 h 1285205"/>
              <a:gd name="connsiteX3" fmla="*/ 775125 w 1865169"/>
              <a:gd name="connsiteY3" fmla="*/ 1250104 h 1285205"/>
              <a:gd name="connsiteX4" fmla="*/ 958029 w 1865169"/>
              <a:gd name="connsiteY4" fmla="*/ 1283875 h 1285205"/>
              <a:gd name="connsiteX5" fmla="*/ 958029 w 1865169"/>
              <a:gd name="connsiteY5" fmla="*/ 1129776 h 1285205"/>
              <a:gd name="connsiteX6" fmla="*/ 1116952 w 1865169"/>
              <a:gd name="connsiteY6" fmla="*/ 1081674 h 1285205"/>
              <a:gd name="connsiteX7" fmla="*/ 1333627 w 1865169"/>
              <a:gd name="connsiteY7" fmla="*/ 1096146 h 1285205"/>
              <a:gd name="connsiteX8" fmla="*/ 1482902 w 1865169"/>
              <a:gd name="connsiteY8" fmla="*/ 1129918 h 1285205"/>
              <a:gd name="connsiteX9" fmla="*/ 1712348 w 1865169"/>
              <a:gd name="connsiteY9" fmla="*/ 1062517 h 1285205"/>
              <a:gd name="connsiteX10" fmla="*/ 1691347 w 1865169"/>
              <a:gd name="connsiteY10" fmla="*/ 912250 h 1285205"/>
              <a:gd name="connsiteX11" fmla="*/ 1792945 w 1865169"/>
              <a:gd name="connsiteY11" fmla="*/ 886850 h 1285205"/>
              <a:gd name="connsiteX12" fmla="*/ 1865170 w 1865169"/>
              <a:gd name="connsiteY12" fmla="*/ 838889 h 1285205"/>
              <a:gd name="connsiteX13" fmla="*/ 1725544 w 1865169"/>
              <a:gd name="connsiteY13" fmla="*/ 717001 h 1285205"/>
              <a:gd name="connsiteX14" fmla="*/ 1667509 w 1865169"/>
              <a:gd name="connsiteY14" fmla="*/ 678263 h 1285205"/>
              <a:gd name="connsiteX15" fmla="*/ 1531998 w 1865169"/>
              <a:gd name="connsiteY15" fmla="*/ 668614 h 1285205"/>
              <a:gd name="connsiteX16" fmla="*/ 1531998 w 1865169"/>
              <a:gd name="connsiteY16" fmla="*/ 552543 h 1285205"/>
              <a:gd name="connsiteX17" fmla="*/ 1415927 w 1865169"/>
              <a:gd name="connsiteY17" fmla="*/ 204189 h 1285205"/>
              <a:gd name="connsiteX18" fmla="*/ 1377190 w 1865169"/>
              <a:gd name="connsiteY18" fmla="*/ 155802 h 1285205"/>
              <a:gd name="connsiteX19" fmla="*/ 1173994 w 1865169"/>
              <a:gd name="connsiteY19" fmla="*/ 136504 h 1285205"/>
              <a:gd name="connsiteX20" fmla="*/ 999746 w 1865169"/>
              <a:gd name="connsiteY20" fmla="*/ 39732 h 1285205"/>
              <a:gd name="connsiteX21" fmla="*/ 468062 w 1865169"/>
              <a:gd name="connsiteY21" fmla="*/ 2413 h 1285205"/>
              <a:gd name="connsiteX22" fmla="*/ 454724 w 1865169"/>
              <a:gd name="connsiteY22" fmla="*/ 0 h 1285205"/>
              <a:gd name="connsiteX23" fmla="*/ 283455 w 1865169"/>
              <a:gd name="connsiteY23" fmla="*/ 97767 h 1285205"/>
              <a:gd name="connsiteX24" fmla="*/ 163128 w 1865169"/>
              <a:gd name="connsiteY24" fmla="*/ 429945 h 1285205"/>
              <a:gd name="connsiteX25" fmla="*/ 120985 w 1865169"/>
              <a:gd name="connsiteY25" fmla="*/ 452933 h 1285205"/>
              <a:gd name="connsiteX26" fmla="*/ 95301 w 1865169"/>
              <a:gd name="connsiteY26" fmla="*/ 429235 h 1285205"/>
              <a:gd name="connsiteX27" fmla="*/ 21941 w 1865169"/>
              <a:gd name="connsiteY27" fmla="*/ 878478 h 1285205"/>
              <a:gd name="connsiteX28" fmla="*/ 21941 w 1865169"/>
              <a:gd name="connsiteY28" fmla="*/ 878478 h 1285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65169" h="1285205">
                <a:moveTo>
                  <a:pt x="22083" y="878194"/>
                </a:moveTo>
                <a:cubicBezTo>
                  <a:pt x="-79515" y="979792"/>
                  <a:pt x="200021" y="954392"/>
                  <a:pt x="242305" y="954392"/>
                </a:cubicBezTo>
                <a:cubicBezTo>
                  <a:pt x="242305" y="1005191"/>
                  <a:pt x="284733" y="1055990"/>
                  <a:pt x="284733" y="1089903"/>
                </a:cubicBezTo>
                <a:cubicBezTo>
                  <a:pt x="284733" y="1242300"/>
                  <a:pt x="775125" y="1114309"/>
                  <a:pt x="775125" y="1250104"/>
                </a:cubicBezTo>
                <a:cubicBezTo>
                  <a:pt x="811734" y="1250104"/>
                  <a:pt x="934616" y="1293240"/>
                  <a:pt x="958029" y="1283875"/>
                </a:cubicBezTo>
                <a:cubicBezTo>
                  <a:pt x="992226" y="1245847"/>
                  <a:pt x="958029" y="1195758"/>
                  <a:pt x="958029" y="1129776"/>
                </a:cubicBezTo>
                <a:cubicBezTo>
                  <a:pt x="999178" y="1129776"/>
                  <a:pt x="1116952" y="1154749"/>
                  <a:pt x="1116952" y="1081674"/>
                </a:cubicBezTo>
                <a:cubicBezTo>
                  <a:pt x="1150582" y="1081674"/>
                  <a:pt x="1333627" y="1076849"/>
                  <a:pt x="1333627" y="1096146"/>
                </a:cubicBezTo>
                <a:cubicBezTo>
                  <a:pt x="1342141" y="1096146"/>
                  <a:pt x="1353777" y="1129918"/>
                  <a:pt x="1482902" y="1129918"/>
                </a:cubicBezTo>
                <a:cubicBezTo>
                  <a:pt x="1482902" y="1102390"/>
                  <a:pt x="1688225" y="1062517"/>
                  <a:pt x="1712348" y="1062517"/>
                </a:cubicBezTo>
                <a:cubicBezTo>
                  <a:pt x="1714760" y="1007745"/>
                  <a:pt x="1702983" y="941622"/>
                  <a:pt x="1691347" y="912250"/>
                </a:cubicBezTo>
                <a:cubicBezTo>
                  <a:pt x="1733632" y="912250"/>
                  <a:pt x="1784573" y="878336"/>
                  <a:pt x="1792945" y="886850"/>
                </a:cubicBezTo>
                <a:cubicBezTo>
                  <a:pt x="1837074" y="930980"/>
                  <a:pt x="1848426" y="881174"/>
                  <a:pt x="1865170" y="838889"/>
                </a:cubicBezTo>
                <a:cubicBezTo>
                  <a:pt x="1824587" y="808666"/>
                  <a:pt x="1725544" y="827821"/>
                  <a:pt x="1725544" y="717001"/>
                </a:cubicBezTo>
                <a:cubicBezTo>
                  <a:pt x="1715895" y="717001"/>
                  <a:pt x="1667509" y="687912"/>
                  <a:pt x="1667509" y="678263"/>
                </a:cubicBezTo>
                <a:cubicBezTo>
                  <a:pt x="1636150" y="678263"/>
                  <a:pt x="1552999" y="689473"/>
                  <a:pt x="1531998" y="668614"/>
                </a:cubicBezTo>
                <a:lnTo>
                  <a:pt x="1531998" y="552543"/>
                </a:lnTo>
                <a:cubicBezTo>
                  <a:pt x="1488294" y="552543"/>
                  <a:pt x="1415927" y="223061"/>
                  <a:pt x="1415927" y="204189"/>
                </a:cubicBezTo>
                <a:cubicBezTo>
                  <a:pt x="1378750" y="204189"/>
                  <a:pt x="1377190" y="188296"/>
                  <a:pt x="1377190" y="155802"/>
                </a:cubicBezTo>
                <a:cubicBezTo>
                  <a:pt x="1357892" y="155802"/>
                  <a:pt x="1173994" y="136504"/>
                  <a:pt x="1173994" y="136504"/>
                </a:cubicBezTo>
                <a:cubicBezTo>
                  <a:pt x="1109006" y="136504"/>
                  <a:pt x="1049126" y="72510"/>
                  <a:pt x="999746" y="39732"/>
                </a:cubicBezTo>
                <a:cubicBezTo>
                  <a:pt x="929792" y="39732"/>
                  <a:pt x="550646" y="14332"/>
                  <a:pt x="468062" y="2413"/>
                </a:cubicBezTo>
                <a:cubicBezTo>
                  <a:pt x="463521" y="1703"/>
                  <a:pt x="459122" y="993"/>
                  <a:pt x="454724" y="0"/>
                </a:cubicBezTo>
                <a:cubicBezTo>
                  <a:pt x="381364" y="38596"/>
                  <a:pt x="308997" y="72225"/>
                  <a:pt x="283455" y="97767"/>
                </a:cubicBezTo>
                <a:cubicBezTo>
                  <a:pt x="283455" y="232852"/>
                  <a:pt x="163128" y="337287"/>
                  <a:pt x="163128" y="429945"/>
                </a:cubicBezTo>
                <a:cubicBezTo>
                  <a:pt x="155749" y="437323"/>
                  <a:pt x="130917" y="452364"/>
                  <a:pt x="120985" y="452933"/>
                </a:cubicBezTo>
                <a:cubicBezTo>
                  <a:pt x="114883" y="446831"/>
                  <a:pt x="105660" y="438601"/>
                  <a:pt x="95301" y="429235"/>
                </a:cubicBezTo>
                <a:cubicBezTo>
                  <a:pt x="96153" y="565881"/>
                  <a:pt x="133046" y="767232"/>
                  <a:pt x="21941" y="878478"/>
                </a:cubicBezTo>
                <a:lnTo>
                  <a:pt x="21941" y="878478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00B0F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379E50E0-9D4D-8255-0FD7-9D66A8EA2B3B}"/>
              </a:ext>
            </a:extLst>
          </p:cNvPr>
          <p:cNvSpPr/>
          <p:nvPr/>
        </p:nvSpPr>
        <p:spPr>
          <a:xfrm>
            <a:off x="11976107" y="17357578"/>
            <a:ext cx="1451529" cy="1015833"/>
          </a:xfrm>
          <a:custGeom>
            <a:avLst/>
            <a:gdLst>
              <a:gd name="connsiteX0" fmla="*/ 33913 w 1451529"/>
              <a:gd name="connsiteY0" fmla="*/ 120612 h 1015833"/>
              <a:gd name="connsiteX1" fmla="*/ 0 w 1451529"/>
              <a:gd name="connsiteY1" fmla="*/ 222210 h 1015833"/>
              <a:gd name="connsiteX2" fmla="*/ 12629 w 1451529"/>
              <a:gd name="connsiteY2" fmla="*/ 342679 h 1015833"/>
              <a:gd name="connsiteX3" fmla="*/ 268325 w 1451529"/>
              <a:gd name="connsiteY3" fmla="*/ 375599 h 1015833"/>
              <a:gd name="connsiteX4" fmla="*/ 681668 w 1451529"/>
              <a:gd name="connsiteY4" fmla="*/ 569003 h 1015833"/>
              <a:gd name="connsiteX5" fmla="*/ 901749 w 1451529"/>
              <a:gd name="connsiteY5" fmla="*/ 762407 h 1015833"/>
              <a:gd name="connsiteX6" fmla="*/ 1088484 w 1451529"/>
              <a:gd name="connsiteY6" fmla="*/ 849106 h 1015833"/>
              <a:gd name="connsiteX7" fmla="*/ 1028462 w 1451529"/>
              <a:gd name="connsiteY7" fmla="*/ 935804 h 1015833"/>
              <a:gd name="connsiteX8" fmla="*/ 975109 w 1451529"/>
              <a:gd name="connsiteY8" fmla="*/ 1015834 h 1015833"/>
              <a:gd name="connsiteX9" fmla="*/ 1136019 w 1451529"/>
              <a:gd name="connsiteY9" fmla="*/ 1001786 h 1015833"/>
              <a:gd name="connsiteX10" fmla="*/ 1160709 w 1451529"/>
              <a:gd name="connsiteY10" fmla="*/ 959500 h 1015833"/>
              <a:gd name="connsiteX11" fmla="*/ 1414845 w 1451529"/>
              <a:gd name="connsiteY11" fmla="*/ 696851 h 1015833"/>
              <a:gd name="connsiteX12" fmla="*/ 1414845 w 1451529"/>
              <a:gd name="connsiteY12" fmla="*/ 256264 h 1015833"/>
              <a:gd name="connsiteX13" fmla="*/ 1440244 w 1451529"/>
              <a:gd name="connsiteY13" fmla="*/ 61441 h 1015833"/>
              <a:gd name="connsiteX14" fmla="*/ 1449893 w 1451529"/>
              <a:gd name="connsiteY14" fmla="*/ 0 h 1015833"/>
              <a:gd name="connsiteX15" fmla="*/ 1223427 w 1451529"/>
              <a:gd name="connsiteY15" fmla="*/ 67259 h 1015833"/>
              <a:gd name="connsiteX16" fmla="*/ 1074152 w 1451529"/>
              <a:gd name="connsiteY16" fmla="*/ 33487 h 1015833"/>
              <a:gd name="connsiteX17" fmla="*/ 857477 w 1451529"/>
              <a:gd name="connsiteY17" fmla="*/ 19014 h 1015833"/>
              <a:gd name="connsiteX18" fmla="*/ 698554 w 1451529"/>
              <a:gd name="connsiteY18" fmla="*/ 67117 h 1015833"/>
              <a:gd name="connsiteX19" fmla="*/ 698554 w 1451529"/>
              <a:gd name="connsiteY19" fmla="*/ 221216 h 1015833"/>
              <a:gd name="connsiteX20" fmla="*/ 515650 w 1451529"/>
              <a:gd name="connsiteY20" fmla="*/ 187445 h 1015833"/>
              <a:gd name="connsiteX21" fmla="*/ 54346 w 1451529"/>
              <a:gd name="connsiteY21" fmla="*/ 78185 h 1015833"/>
              <a:gd name="connsiteX22" fmla="*/ 33913 w 1451529"/>
              <a:gd name="connsiteY22" fmla="*/ 120470 h 1015833"/>
              <a:gd name="connsiteX23" fmla="*/ 33913 w 1451529"/>
              <a:gd name="connsiteY23" fmla="*/ 120470 h 1015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451529" h="1015833">
                <a:moveTo>
                  <a:pt x="33913" y="120612"/>
                </a:moveTo>
                <a:cubicBezTo>
                  <a:pt x="17027" y="154525"/>
                  <a:pt x="0" y="179924"/>
                  <a:pt x="0" y="222210"/>
                </a:cubicBezTo>
                <a:cubicBezTo>
                  <a:pt x="0" y="243635"/>
                  <a:pt x="60589" y="319692"/>
                  <a:pt x="12629" y="342679"/>
                </a:cubicBezTo>
                <a:cubicBezTo>
                  <a:pt x="108125" y="348923"/>
                  <a:pt x="220081" y="353605"/>
                  <a:pt x="268325" y="375599"/>
                </a:cubicBezTo>
                <a:cubicBezTo>
                  <a:pt x="408377" y="442289"/>
                  <a:pt x="561766" y="448959"/>
                  <a:pt x="681668" y="569003"/>
                </a:cubicBezTo>
                <a:cubicBezTo>
                  <a:pt x="775036" y="662370"/>
                  <a:pt x="755028" y="715723"/>
                  <a:pt x="901749" y="762407"/>
                </a:cubicBezTo>
                <a:cubicBezTo>
                  <a:pt x="981778" y="789083"/>
                  <a:pt x="1088484" y="722393"/>
                  <a:pt x="1088484" y="849106"/>
                </a:cubicBezTo>
                <a:cubicBezTo>
                  <a:pt x="1041800" y="849106"/>
                  <a:pt x="1061807" y="922466"/>
                  <a:pt x="1028462" y="935804"/>
                </a:cubicBezTo>
                <a:cubicBezTo>
                  <a:pt x="1015124" y="942473"/>
                  <a:pt x="975109" y="989157"/>
                  <a:pt x="975109" y="1015834"/>
                </a:cubicBezTo>
                <a:cubicBezTo>
                  <a:pt x="1033428" y="1015834"/>
                  <a:pt x="1086923" y="1011009"/>
                  <a:pt x="1136019" y="1001786"/>
                </a:cubicBezTo>
                <a:cubicBezTo>
                  <a:pt x="1151202" y="977380"/>
                  <a:pt x="1160709" y="961487"/>
                  <a:pt x="1160709" y="959500"/>
                </a:cubicBezTo>
                <a:cubicBezTo>
                  <a:pt x="1177595" y="959500"/>
                  <a:pt x="1414845" y="747650"/>
                  <a:pt x="1414845" y="696851"/>
                </a:cubicBezTo>
                <a:lnTo>
                  <a:pt x="1414845" y="256264"/>
                </a:lnTo>
                <a:cubicBezTo>
                  <a:pt x="1414845" y="163038"/>
                  <a:pt x="1406331" y="129126"/>
                  <a:pt x="1440244" y="61441"/>
                </a:cubicBezTo>
                <a:cubicBezTo>
                  <a:pt x="1451312" y="39305"/>
                  <a:pt x="1453582" y="18730"/>
                  <a:pt x="1449893" y="0"/>
                </a:cubicBezTo>
                <a:cubicBezTo>
                  <a:pt x="1415412" y="2554"/>
                  <a:pt x="1223427" y="40724"/>
                  <a:pt x="1223427" y="67259"/>
                </a:cubicBezTo>
                <a:cubicBezTo>
                  <a:pt x="1094302" y="67259"/>
                  <a:pt x="1082666" y="33487"/>
                  <a:pt x="1074152" y="33487"/>
                </a:cubicBezTo>
                <a:cubicBezTo>
                  <a:pt x="1074152" y="14190"/>
                  <a:pt x="891107" y="19014"/>
                  <a:pt x="857477" y="19014"/>
                </a:cubicBezTo>
                <a:cubicBezTo>
                  <a:pt x="857477" y="92090"/>
                  <a:pt x="739845" y="67117"/>
                  <a:pt x="698554" y="67117"/>
                </a:cubicBezTo>
                <a:cubicBezTo>
                  <a:pt x="698554" y="133098"/>
                  <a:pt x="732751" y="183046"/>
                  <a:pt x="698554" y="221216"/>
                </a:cubicBezTo>
                <a:cubicBezTo>
                  <a:pt x="675141" y="230581"/>
                  <a:pt x="552117" y="187445"/>
                  <a:pt x="515650" y="187445"/>
                </a:cubicBezTo>
                <a:cubicBezTo>
                  <a:pt x="515650" y="71799"/>
                  <a:pt x="159491" y="147572"/>
                  <a:pt x="54346" y="78185"/>
                </a:cubicBezTo>
                <a:cubicBezTo>
                  <a:pt x="41717" y="102023"/>
                  <a:pt x="34055" y="120044"/>
                  <a:pt x="33913" y="120470"/>
                </a:cubicBezTo>
                <a:lnTo>
                  <a:pt x="33913" y="120470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00B0F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68FFDFA8-03C4-885E-2F74-2401E1BC300F}"/>
              </a:ext>
            </a:extLst>
          </p:cNvPr>
          <p:cNvSpPr/>
          <p:nvPr/>
        </p:nvSpPr>
        <p:spPr>
          <a:xfrm>
            <a:off x="16808232" y="12417328"/>
            <a:ext cx="540198" cy="666201"/>
          </a:xfrm>
          <a:custGeom>
            <a:avLst/>
            <a:gdLst>
              <a:gd name="connsiteX0" fmla="*/ 215256 w 540198"/>
              <a:gd name="connsiteY0" fmla="*/ 666202 h 666201"/>
              <a:gd name="connsiteX1" fmla="*/ 540198 w 540198"/>
              <a:gd name="connsiteY1" fmla="*/ 308766 h 666201"/>
              <a:gd name="connsiteX2" fmla="*/ 346226 w 540198"/>
              <a:gd name="connsiteY2" fmla="*/ 124443 h 666201"/>
              <a:gd name="connsiteX3" fmla="*/ 120754 w 540198"/>
              <a:gd name="connsiteY3" fmla="*/ 0 h 666201"/>
              <a:gd name="connsiteX4" fmla="*/ 92516 w 540198"/>
              <a:gd name="connsiteY4" fmla="*/ 1987 h 666201"/>
              <a:gd name="connsiteX5" fmla="*/ 141328 w 540198"/>
              <a:gd name="connsiteY5" fmla="*/ 229304 h 666201"/>
              <a:gd name="connsiteX6" fmla="*/ 0 w 540198"/>
              <a:gd name="connsiteY6" fmla="*/ 379997 h 666201"/>
              <a:gd name="connsiteX7" fmla="*/ 215256 w 540198"/>
              <a:gd name="connsiteY7" fmla="*/ 666202 h 666201"/>
              <a:gd name="connsiteX8" fmla="*/ 215256 w 540198"/>
              <a:gd name="connsiteY8" fmla="*/ 666202 h 666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0198" h="666201">
                <a:moveTo>
                  <a:pt x="215256" y="666202"/>
                </a:moveTo>
                <a:cubicBezTo>
                  <a:pt x="337003" y="526718"/>
                  <a:pt x="458324" y="448250"/>
                  <a:pt x="540198" y="308766"/>
                </a:cubicBezTo>
                <a:cubicBezTo>
                  <a:pt x="447398" y="274994"/>
                  <a:pt x="412492" y="190708"/>
                  <a:pt x="346226" y="124443"/>
                </a:cubicBezTo>
                <a:cubicBezTo>
                  <a:pt x="331469" y="109686"/>
                  <a:pt x="139200" y="0"/>
                  <a:pt x="120754" y="0"/>
                </a:cubicBezTo>
                <a:cubicBezTo>
                  <a:pt x="117489" y="0"/>
                  <a:pt x="105854" y="852"/>
                  <a:pt x="92516" y="1987"/>
                </a:cubicBezTo>
                <a:cubicBezTo>
                  <a:pt x="143883" y="49380"/>
                  <a:pt x="159491" y="149843"/>
                  <a:pt x="141328" y="229304"/>
                </a:cubicBezTo>
                <a:cubicBezTo>
                  <a:pt x="116780" y="337003"/>
                  <a:pt x="142038" y="379997"/>
                  <a:pt x="0" y="379997"/>
                </a:cubicBezTo>
                <a:cubicBezTo>
                  <a:pt x="0" y="498055"/>
                  <a:pt x="82442" y="651161"/>
                  <a:pt x="215256" y="666202"/>
                </a:cubicBezTo>
                <a:lnTo>
                  <a:pt x="215256" y="666202"/>
                </a:lnTo>
                <a:close/>
              </a:path>
            </a:pathLst>
          </a:custGeom>
          <a:solidFill>
            <a:srgbClr val="071728"/>
          </a:solidFill>
          <a:ln w="56727" cap="flat">
            <a:solidFill>
              <a:srgbClr val="FDAD23"/>
            </a:solidFill>
            <a:prstDash val="solid"/>
            <a:miter/>
          </a:ln>
        </p:spPr>
        <p:txBody>
          <a:bodyPr rtlCol="0" anchor="ctr"/>
          <a:lstStyle/>
          <a:p>
            <a:endParaRPr lang="pt-BR">
              <a:highlight>
                <a:srgbClr val="FDAD23"/>
              </a:highlight>
            </a:endParaRPr>
          </a:p>
        </p:txBody>
      </p:sp>
      <p:grpSp>
        <p:nvGrpSpPr>
          <p:cNvPr id="144" name="Agrupar 143">
            <a:extLst>
              <a:ext uri="{FF2B5EF4-FFF2-40B4-BE49-F238E27FC236}">
                <a16:creationId xmlns:a16="http://schemas.microsoft.com/office/drawing/2014/main" id="{C490984C-8120-74AE-D961-FDD576624F36}"/>
              </a:ext>
            </a:extLst>
          </p:cNvPr>
          <p:cNvGrpSpPr/>
          <p:nvPr/>
        </p:nvGrpSpPr>
        <p:grpSpPr>
          <a:xfrm>
            <a:off x="6185543" y="8689700"/>
            <a:ext cx="12733819" cy="10130913"/>
            <a:chOff x="7650663" y="1331583"/>
            <a:chExt cx="4393876" cy="3495729"/>
          </a:xfrm>
        </p:grpSpPr>
        <p:sp>
          <p:nvSpPr>
            <p:cNvPr id="124" name="CaixaDeTexto 123">
              <a:extLst>
                <a:ext uri="{FF2B5EF4-FFF2-40B4-BE49-F238E27FC236}">
                  <a16:creationId xmlns:a16="http://schemas.microsoft.com/office/drawing/2014/main" id="{2BE18E57-2A5A-3EBD-200B-2CA7D9AF8E0C}"/>
                </a:ext>
              </a:extLst>
            </p:cNvPr>
            <p:cNvSpPr txBox="1"/>
            <p:nvPr/>
          </p:nvSpPr>
          <p:spPr>
            <a:xfrm>
              <a:off x="11746013" y="2106547"/>
              <a:ext cx="239211" cy="175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>
                  <a:solidFill>
                    <a:schemeClr val="bg1"/>
                  </a:solidFill>
                </a:rPr>
                <a:t>RN</a:t>
              </a:r>
            </a:p>
          </p:txBody>
        </p:sp>
        <p:sp>
          <p:nvSpPr>
            <p:cNvPr id="125" name="CaixaDeTexto 124">
              <a:extLst>
                <a:ext uri="{FF2B5EF4-FFF2-40B4-BE49-F238E27FC236}">
                  <a16:creationId xmlns:a16="http://schemas.microsoft.com/office/drawing/2014/main" id="{4035EC1F-365F-1C04-BA1B-1FFC77A270A4}"/>
                </a:ext>
              </a:extLst>
            </p:cNvPr>
            <p:cNvSpPr txBox="1"/>
            <p:nvPr/>
          </p:nvSpPr>
          <p:spPr>
            <a:xfrm>
              <a:off x="8394474" y="1973677"/>
              <a:ext cx="251986" cy="175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>
                  <a:solidFill>
                    <a:schemeClr val="bg1"/>
                  </a:solidFill>
                </a:rPr>
                <a:t>AM</a:t>
              </a:r>
            </a:p>
          </p:txBody>
        </p:sp>
        <p:sp>
          <p:nvSpPr>
            <p:cNvPr id="126" name="CaixaDeTexto 125">
              <a:extLst>
                <a:ext uri="{FF2B5EF4-FFF2-40B4-BE49-F238E27FC236}">
                  <a16:creationId xmlns:a16="http://schemas.microsoft.com/office/drawing/2014/main" id="{4240A00B-3C3C-48DF-EC8F-E26D9BDC8978}"/>
                </a:ext>
              </a:extLst>
            </p:cNvPr>
            <p:cNvSpPr txBox="1"/>
            <p:nvPr/>
          </p:nvSpPr>
          <p:spPr>
            <a:xfrm>
              <a:off x="11679757" y="2634153"/>
              <a:ext cx="225827" cy="175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>
                  <a:solidFill>
                    <a:schemeClr val="bg1"/>
                  </a:solidFill>
                </a:rPr>
                <a:t>AL</a:t>
              </a:r>
            </a:p>
          </p:txBody>
        </p:sp>
        <p:sp>
          <p:nvSpPr>
            <p:cNvPr id="127" name="CaixaDeTexto 126">
              <a:extLst>
                <a:ext uri="{FF2B5EF4-FFF2-40B4-BE49-F238E27FC236}">
                  <a16:creationId xmlns:a16="http://schemas.microsoft.com/office/drawing/2014/main" id="{66750823-966F-91B8-C007-CABE7EBF32AC}"/>
                </a:ext>
              </a:extLst>
            </p:cNvPr>
            <p:cNvSpPr txBox="1"/>
            <p:nvPr/>
          </p:nvSpPr>
          <p:spPr>
            <a:xfrm>
              <a:off x="9446030" y="3669315"/>
              <a:ext cx="354344" cy="175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>
                  <a:solidFill>
                    <a:schemeClr val="bg1"/>
                  </a:solidFill>
                </a:rPr>
                <a:t>MS</a:t>
              </a:r>
            </a:p>
          </p:txBody>
        </p:sp>
        <p:sp>
          <p:nvSpPr>
            <p:cNvPr id="128" name="CaixaDeTexto 127">
              <a:extLst>
                <a:ext uri="{FF2B5EF4-FFF2-40B4-BE49-F238E27FC236}">
                  <a16:creationId xmlns:a16="http://schemas.microsoft.com/office/drawing/2014/main" id="{87CE5FC6-E9F5-FF8A-8E06-715243110344}"/>
                </a:ext>
              </a:extLst>
            </p:cNvPr>
            <p:cNvSpPr txBox="1"/>
            <p:nvPr/>
          </p:nvSpPr>
          <p:spPr>
            <a:xfrm>
              <a:off x="11788446" y="2481584"/>
              <a:ext cx="225827" cy="175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>
                  <a:solidFill>
                    <a:schemeClr val="bg1"/>
                  </a:solidFill>
                </a:rPr>
                <a:t>PE</a:t>
              </a:r>
            </a:p>
          </p:txBody>
        </p:sp>
        <p:sp>
          <p:nvSpPr>
            <p:cNvPr id="129" name="CaixaDeTexto 128">
              <a:extLst>
                <a:ext uri="{FF2B5EF4-FFF2-40B4-BE49-F238E27FC236}">
                  <a16:creationId xmlns:a16="http://schemas.microsoft.com/office/drawing/2014/main" id="{F75BE7C6-CE0A-EFC5-4388-5DC9DEC71B6E}"/>
                </a:ext>
              </a:extLst>
            </p:cNvPr>
            <p:cNvSpPr txBox="1"/>
            <p:nvPr/>
          </p:nvSpPr>
          <p:spPr>
            <a:xfrm>
              <a:off x="8545814" y="2658847"/>
              <a:ext cx="245294" cy="175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>
                  <a:solidFill>
                    <a:schemeClr val="bg1"/>
                  </a:solidFill>
                </a:rPr>
                <a:t>RO</a:t>
              </a:r>
            </a:p>
          </p:txBody>
        </p:sp>
        <p:sp>
          <p:nvSpPr>
            <p:cNvPr id="130" name="CaixaDeTexto 129">
              <a:extLst>
                <a:ext uri="{FF2B5EF4-FFF2-40B4-BE49-F238E27FC236}">
                  <a16:creationId xmlns:a16="http://schemas.microsoft.com/office/drawing/2014/main" id="{1DE6F65D-2F91-7D6C-4080-2D775F6B1F5A}"/>
                </a:ext>
              </a:extLst>
            </p:cNvPr>
            <p:cNvSpPr txBox="1"/>
            <p:nvPr/>
          </p:nvSpPr>
          <p:spPr>
            <a:xfrm>
              <a:off x="9953674" y="3287859"/>
              <a:ext cx="251378" cy="175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>
                  <a:solidFill>
                    <a:schemeClr val="bg1"/>
                  </a:solidFill>
                </a:rPr>
                <a:t>GO</a:t>
              </a:r>
            </a:p>
          </p:txBody>
        </p:sp>
        <p:sp>
          <p:nvSpPr>
            <p:cNvPr id="131" name="CaixaDeTexto 130">
              <a:extLst>
                <a:ext uri="{FF2B5EF4-FFF2-40B4-BE49-F238E27FC236}">
                  <a16:creationId xmlns:a16="http://schemas.microsoft.com/office/drawing/2014/main" id="{C6F9E95A-E3D8-2051-3973-2EDB48C74347}"/>
                </a:ext>
              </a:extLst>
            </p:cNvPr>
            <p:cNvSpPr txBox="1"/>
            <p:nvPr/>
          </p:nvSpPr>
          <p:spPr>
            <a:xfrm>
              <a:off x="9324727" y="2891524"/>
              <a:ext cx="238602" cy="175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>
                  <a:solidFill>
                    <a:schemeClr val="bg1"/>
                  </a:solidFill>
                </a:rPr>
                <a:t>MT</a:t>
              </a:r>
            </a:p>
          </p:txBody>
        </p:sp>
        <p:sp>
          <p:nvSpPr>
            <p:cNvPr id="132" name="CaixaDeTexto 131">
              <a:extLst>
                <a:ext uri="{FF2B5EF4-FFF2-40B4-BE49-F238E27FC236}">
                  <a16:creationId xmlns:a16="http://schemas.microsoft.com/office/drawing/2014/main" id="{4BA7BE78-8CC1-3FE3-33CD-FEC7733E8D5C}"/>
                </a:ext>
              </a:extLst>
            </p:cNvPr>
            <p:cNvSpPr txBox="1"/>
            <p:nvPr/>
          </p:nvSpPr>
          <p:spPr>
            <a:xfrm>
              <a:off x="11075241" y="3722840"/>
              <a:ext cx="225827" cy="175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>
                  <a:solidFill>
                    <a:schemeClr val="bg1"/>
                  </a:solidFill>
                </a:rPr>
                <a:t>ES</a:t>
              </a:r>
            </a:p>
          </p:txBody>
        </p:sp>
        <p:sp>
          <p:nvSpPr>
            <p:cNvPr id="133" name="CaixaDeTexto 132">
              <a:extLst>
                <a:ext uri="{FF2B5EF4-FFF2-40B4-BE49-F238E27FC236}">
                  <a16:creationId xmlns:a16="http://schemas.microsoft.com/office/drawing/2014/main" id="{124712CA-715F-253F-D548-721F47518A56}"/>
                </a:ext>
              </a:extLst>
            </p:cNvPr>
            <p:cNvSpPr txBox="1"/>
            <p:nvPr/>
          </p:nvSpPr>
          <p:spPr>
            <a:xfrm>
              <a:off x="9797841" y="1331583"/>
              <a:ext cx="232519" cy="175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>
                  <a:solidFill>
                    <a:schemeClr val="bg1"/>
                  </a:solidFill>
                </a:rPr>
                <a:t>AP</a:t>
              </a:r>
            </a:p>
          </p:txBody>
        </p:sp>
        <p:sp>
          <p:nvSpPr>
            <p:cNvPr id="136" name="CaixaDeTexto 135">
              <a:extLst>
                <a:ext uri="{FF2B5EF4-FFF2-40B4-BE49-F238E27FC236}">
                  <a16:creationId xmlns:a16="http://schemas.microsoft.com/office/drawing/2014/main" id="{E4B8FE56-A1C5-99D3-E214-74161C037DF4}"/>
                </a:ext>
              </a:extLst>
            </p:cNvPr>
            <p:cNvSpPr txBox="1"/>
            <p:nvPr/>
          </p:nvSpPr>
          <p:spPr>
            <a:xfrm>
              <a:off x="9562173" y="4652102"/>
              <a:ext cx="385617" cy="175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>
                  <a:solidFill>
                    <a:schemeClr val="bg1"/>
                  </a:solidFill>
                </a:rPr>
                <a:t>RS</a:t>
              </a:r>
            </a:p>
          </p:txBody>
        </p:sp>
        <p:sp>
          <p:nvSpPr>
            <p:cNvPr id="137" name="CaixaDeTexto 136">
              <a:extLst>
                <a:ext uri="{FF2B5EF4-FFF2-40B4-BE49-F238E27FC236}">
                  <a16:creationId xmlns:a16="http://schemas.microsoft.com/office/drawing/2014/main" id="{D8749B5B-DB20-CBB5-FBD9-951322A61B3D}"/>
                </a:ext>
              </a:extLst>
            </p:cNvPr>
            <p:cNvSpPr txBox="1"/>
            <p:nvPr/>
          </p:nvSpPr>
          <p:spPr>
            <a:xfrm>
              <a:off x="11812020" y="2310884"/>
              <a:ext cx="232519" cy="175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>
                  <a:solidFill>
                    <a:schemeClr val="bg1"/>
                  </a:solidFill>
                </a:rPr>
                <a:t>PB</a:t>
              </a:r>
            </a:p>
          </p:txBody>
        </p:sp>
        <p:sp>
          <p:nvSpPr>
            <p:cNvPr id="138" name="CaixaDeTexto 137">
              <a:extLst>
                <a:ext uri="{FF2B5EF4-FFF2-40B4-BE49-F238E27FC236}">
                  <a16:creationId xmlns:a16="http://schemas.microsoft.com/office/drawing/2014/main" id="{42F2CC24-9C71-027F-6BF8-0DF9DFFDF178}"/>
                </a:ext>
              </a:extLst>
            </p:cNvPr>
            <p:cNvSpPr txBox="1"/>
            <p:nvPr/>
          </p:nvSpPr>
          <p:spPr>
            <a:xfrm>
              <a:off x="7650663" y="2406937"/>
              <a:ext cx="239211" cy="175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>
                  <a:solidFill>
                    <a:schemeClr val="bg1"/>
                  </a:solidFill>
                </a:rPr>
                <a:t>AC</a:t>
              </a:r>
            </a:p>
          </p:txBody>
        </p:sp>
        <p:sp>
          <p:nvSpPr>
            <p:cNvPr id="139" name="CaixaDeTexto 138">
              <a:extLst>
                <a:ext uri="{FF2B5EF4-FFF2-40B4-BE49-F238E27FC236}">
                  <a16:creationId xmlns:a16="http://schemas.microsoft.com/office/drawing/2014/main" id="{5F66AFDC-0D98-8926-FD31-516CD0762517}"/>
                </a:ext>
              </a:extLst>
            </p:cNvPr>
            <p:cNvSpPr txBox="1"/>
            <p:nvPr/>
          </p:nvSpPr>
          <p:spPr>
            <a:xfrm>
              <a:off x="9892133" y="4401197"/>
              <a:ext cx="349017" cy="175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>
                  <a:solidFill>
                    <a:schemeClr val="bg1"/>
                  </a:solidFill>
                </a:rPr>
                <a:t>SC</a:t>
              </a:r>
            </a:p>
          </p:txBody>
        </p:sp>
        <p:sp>
          <p:nvSpPr>
            <p:cNvPr id="140" name="CaixaDeTexto 139">
              <a:extLst>
                <a:ext uri="{FF2B5EF4-FFF2-40B4-BE49-F238E27FC236}">
                  <a16:creationId xmlns:a16="http://schemas.microsoft.com/office/drawing/2014/main" id="{7A1CC6AF-0B0B-8410-B526-5D3CF87DCD62}"/>
                </a:ext>
              </a:extLst>
            </p:cNvPr>
            <p:cNvSpPr txBox="1"/>
            <p:nvPr/>
          </p:nvSpPr>
          <p:spPr>
            <a:xfrm>
              <a:off x="9764859" y="4128160"/>
              <a:ext cx="349017" cy="175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>
                  <a:solidFill>
                    <a:schemeClr val="bg1"/>
                  </a:solidFill>
                </a:rPr>
                <a:t>PR</a:t>
              </a:r>
            </a:p>
          </p:txBody>
        </p:sp>
        <p:sp>
          <p:nvSpPr>
            <p:cNvPr id="142" name="CaixaDeTexto 141">
              <a:extLst>
                <a:ext uri="{FF2B5EF4-FFF2-40B4-BE49-F238E27FC236}">
                  <a16:creationId xmlns:a16="http://schemas.microsoft.com/office/drawing/2014/main" id="{681EF5BB-8875-760B-7F74-E92A7A1E2DA2}"/>
                </a:ext>
              </a:extLst>
            </p:cNvPr>
            <p:cNvSpPr txBox="1"/>
            <p:nvPr/>
          </p:nvSpPr>
          <p:spPr>
            <a:xfrm>
              <a:off x="10830583" y="4002577"/>
              <a:ext cx="373141" cy="17521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  <a:latin typeface="Calibri"/>
                  <a:cs typeface="Calibri"/>
                </a:rPr>
                <a:t>RJ</a:t>
              </a:r>
              <a:endParaRPr lang="pt-BR" sz="2400">
                <a:solidFill>
                  <a:schemeClr val="bg1"/>
                </a:solidFill>
                <a:latin typeface="Calibri"/>
                <a:cs typeface="Calibri"/>
              </a:endParaRPr>
            </a:p>
          </p:txBody>
        </p:sp>
        <p:sp>
          <p:nvSpPr>
            <p:cNvPr id="143" name="CaixaDeTexto 142">
              <a:extLst>
                <a:ext uri="{FF2B5EF4-FFF2-40B4-BE49-F238E27FC236}">
                  <a16:creationId xmlns:a16="http://schemas.microsoft.com/office/drawing/2014/main" id="{4D3BA6BF-FDA8-4B00-4F6A-E79C96BBED6F}"/>
                </a:ext>
              </a:extLst>
            </p:cNvPr>
            <p:cNvSpPr txBox="1"/>
            <p:nvPr/>
          </p:nvSpPr>
          <p:spPr>
            <a:xfrm>
              <a:off x="11490741" y="2785052"/>
              <a:ext cx="225827" cy="175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>
                  <a:solidFill>
                    <a:schemeClr val="bg1"/>
                  </a:solidFill>
                </a:rPr>
                <a:t>SE</a:t>
              </a:r>
            </a:p>
          </p:txBody>
        </p:sp>
      </p:grpSp>
      <p:sp>
        <p:nvSpPr>
          <p:cNvPr id="2" name="Elipse 1">
            <a:extLst>
              <a:ext uri="{FF2B5EF4-FFF2-40B4-BE49-F238E27FC236}">
                <a16:creationId xmlns:a16="http://schemas.microsoft.com/office/drawing/2014/main" id="{9CDB61B4-4787-5005-C91C-97369139DF8C}"/>
              </a:ext>
            </a:extLst>
          </p:cNvPr>
          <p:cNvSpPr/>
          <p:nvPr/>
        </p:nvSpPr>
        <p:spPr>
          <a:xfrm>
            <a:off x="17626389" y="16360930"/>
            <a:ext cx="347760" cy="347760"/>
          </a:xfrm>
          <a:prstGeom prst="ellipse">
            <a:avLst/>
          </a:prstGeom>
          <a:solidFill>
            <a:srgbClr val="071728"/>
          </a:solidFill>
          <a:ln w="38100">
            <a:solidFill>
              <a:srgbClr val="00D1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5BDC16B-DCED-F839-75F0-FAD54C6DCCCC}"/>
              </a:ext>
            </a:extLst>
          </p:cNvPr>
          <p:cNvSpPr/>
          <p:nvPr/>
        </p:nvSpPr>
        <p:spPr>
          <a:xfrm>
            <a:off x="17626389" y="17058125"/>
            <a:ext cx="347760" cy="347760"/>
          </a:xfrm>
          <a:prstGeom prst="ellipse">
            <a:avLst/>
          </a:prstGeom>
          <a:solidFill>
            <a:srgbClr val="071728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E27C562E-BBF0-2FC0-52F8-72B10A1E6A11}"/>
              </a:ext>
            </a:extLst>
          </p:cNvPr>
          <p:cNvSpPr/>
          <p:nvPr/>
        </p:nvSpPr>
        <p:spPr>
          <a:xfrm>
            <a:off x="17641061" y="18594731"/>
            <a:ext cx="347760" cy="347760"/>
          </a:xfrm>
          <a:prstGeom prst="ellipse">
            <a:avLst/>
          </a:prstGeom>
          <a:solidFill>
            <a:srgbClr val="071728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1C089D4-6574-CC9D-69B7-3BF2CB6A3DA4}"/>
              </a:ext>
            </a:extLst>
          </p:cNvPr>
          <p:cNvSpPr txBox="1"/>
          <p:nvPr/>
        </p:nvSpPr>
        <p:spPr>
          <a:xfrm>
            <a:off x="18177183" y="16290041"/>
            <a:ext cx="553994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Observatório Nacional Sans SmBd" pitchFamily="50" charset="0"/>
                <a:ea typeface="Observatório Nacional Sans SmBd" pitchFamily="50" charset="0"/>
              </a:rPr>
              <a:t>Observatório Nacional da Indústria</a:t>
            </a:r>
          </a:p>
          <a:p>
            <a:endParaRPr lang="en-US" sz="2400" dirty="0">
              <a:solidFill>
                <a:schemeClr val="bg1"/>
              </a:solidFill>
              <a:latin typeface="Observatório Nacional Sans SmBd" pitchFamily="50" charset="0"/>
              <a:ea typeface="Observatório Nacional Sans SmBd" pitchFamily="50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Observatório Nacional Sans SmBd" pitchFamily="50" charset="0"/>
                <a:ea typeface="Observatório Nacional Sans SmBd" pitchFamily="50" charset="0"/>
              </a:rPr>
              <a:t>Em </a:t>
            </a:r>
            <a:r>
              <a:rPr lang="en-US" sz="2400" dirty="0" err="1">
                <a:solidFill>
                  <a:schemeClr val="bg1"/>
                </a:solidFill>
                <a:latin typeface="Observatório Nacional Sans SmBd" pitchFamily="50" charset="0"/>
                <a:ea typeface="Observatório Nacional Sans SmBd" pitchFamily="50" charset="0"/>
              </a:rPr>
              <a:t>mentoria</a:t>
            </a:r>
            <a:endParaRPr lang="en-US" sz="2400" dirty="0">
              <a:solidFill>
                <a:schemeClr val="bg1"/>
              </a:solidFill>
              <a:latin typeface="Observatório Nacional Sans SmBd" pitchFamily="50" charset="0"/>
              <a:ea typeface="Observatório Nacional Sans SmBd" pitchFamily="50" charset="0"/>
            </a:endParaRPr>
          </a:p>
          <a:p>
            <a:endParaRPr lang="en-US" sz="2400" dirty="0">
              <a:solidFill>
                <a:schemeClr val="bg1"/>
              </a:solidFill>
              <a:latin typeface="Observatório Nacional Sans SmBd" pitchFamily="50" charset="0"/>
              <a:ea typeface="Observatório Nacional Sans SmBd" pitchFamily="50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Observatório Nacional Sans SmBd" pitchFamily="50" charset="0"/>
                <a:ea typeface="Observatório Nacional Sans SmBd" pitchFamily="50" charset="0"/>
              </a:rPr>
              <a:t>Em  </a:t>
            </a:r>
            <a:r>
              <a:rPr lang="en-US" sz="2400" dirty="0" err="1">
                <a:solidFill>
                  <a:schemeClr val="bg1"/>
                </a:solidFill>
                <a:latin typeface="Observatório Nacional Sans SmBd" pitchFamily="50" charset="0"/>
                <a:ea typeface="Observatório Nacional Sans SmBd" pitchFamily="50" charset="0"/>
              </a:rPr>
              <a:t>pós-mentoria</a:t>
            </a:r>
            <a:endParaRPr lang="en-US" sz="2400" dirty="0">
              <a:solidFill>
                <a:schemeClr val="bg1"/>
              </a:solidFill>
              <a:latin typeface="Observatório Nacional Sans SmBd" pitchFamily="50" charset="0"/>
              <a:ea typeface="Observatório Nacional Sans SmBd" pitchFamily="50" charset="0"/>
            </a:endParaRPr>
          </a:p>
          <a:p>
            <a:endParaRPr lang="en-US" sz="2400" dirty="0">
              <a:solidFill>
                <a:schemeClr val="bg1"/>
              </a:solidFill>
              <a:latin typeface="Observatório Nacional Sans SmBd" pitchFamily="50" charset="0"/>
              <a:ea typeface="Observatório Nacional Sans SmBd" pitchFamily="50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Observatório Nacional Sans SmBd" pitchFamily="50" charset="0"/>
                <a:ea typeface="Observatório Nacional Sans SmBd" pitchFamily="50" charset="0"/>
              </a:rPr>
              <a:t>Observatório mentor</a:t>
            </a:r>
          </a:p>
          <a:p>
            <a:endParaRPr lang="en-US" sz="2400" dirty="0">
              <a:solidFill>
                <a:schemeClr val="bg1"/>
              </a:solidFill>
              <a:latin typeface="Observatório Nacional Sans SmBd" pitchFamily="50" charset="0"/>
              <a:ea typeface="Observatório Nacional Sans SmBd" pitchFamily="50" charset="0"/>
            </a:endParaRPr>
          </a:p>
          <a:p>
            <a:r>
              <a:rPr lang="en-US" sz="2400" dirty="0" err="1">
                <a:solidFill>
                  <a:schemeClr val="bg1"/>
                </a:solidFill>
                <a:latin typeface="Observatório Nacional Sans SmBd" pitchFamily="50" charset="0"/>
                <a:ea typeface="Observatório Nacional Sans SmBd" pitchFamily="50" charset="0"/>
              </a:rPr>
              <a:t>Não</a:t>
            </a:r>
            <a:r>
              <a:rPr lang="en-US" sz="2400" dirty="0">
                <a:solidFill>
                  <a:schemeClr val="bg1"/>
                </a:solidFill>
                <a:latin typeface="Observatório Nacional Sans SmBd" pitchFamily="50" charset="0"/>
                <a:ea typeface="Observatório Nacional Sans SmBd" pitchFamily="50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Observatório Nacional Sans SmBd" pitchFamily="50" charset="0"/>
                <a:ea typeface="Observatório Nacional Sans SmBd" pitchFamily="50" charset="0"/>
              </a:rPr>
              <a:t>optante</a:t>
            </a:r>
            <a:r>
              <a:rPr lang="en-US" sz="2400" dirty="0">
                <a:solidFill>
                  <a:schemeClr val="bg1"/>
                </a:solidFill>
                <a:latin typeface="Observatório Nacional Sans SmBd" pitchFamily="50" charset="0"/>
                <a:ea typeface="Observatório Nacional Sans SmBd" pitchFamily="50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latin typeface="Observatório Nacional Sans SmBd" pitchFamily="50" charset="0"/>
                <a:ea typeface="Observatório Nacional Sans SmBd" pitchFamily="50" charset="0"/>
              </a:rPr>
              <a:t>pós-mentoria</a:t>
            </a:r>
            <a:endParaRPr lang="en-US" sz="2400" dirty="0">
              <a:solidFill>
                <a:schemeClr val="bg1"/>
              </a:solidFill>
              <a:latin typeface="Observatório Nacional Sans SmBd" pitchFamily="50" charset="0"/>
              <a:ea typeface="Observatório Nacional Sans SmBd" pitchFamily="50" charset="0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5020C8FB-4223-CDF8-4361-985BE473FA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7980" y="20970667"/>
            <a:ext cx="12132105" cy="1800859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6B689EE-7B9A-F832-8550-C747A7CD7864}"/>
              </a:ext>
            </a:extLst>
          </p:cNvPr>
          <p:cNvSpPr/>
          <p:nvPr/>
        </p:nvSpPr>
        <p:spPr>
          <a:xfrm>
            <a:off x="17148435" y="16025587"/>
            <a:ext cx="8959675" cy="4025887"/>
          </a:xfrm>
          <a:prstGeom prst="roundRect">
            <a:avLst/>
          </a:prstGeom>
          <a:noFill/>
          <a:ln w="76200">
            <a:solidFill>
              <a:srgbClr val="01FFFF">
                <a:alpha val="1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6" name="Forma Livre: Forma 15">
            <a:extLst>
              <a:ext uri="{FF2B5EF4-FFF2-40B4-BE49-F238E27FC236}">
                <a16:creationId xmlns:a16="http://schemas.microsoft.com/office/drawing/2014/main" id="{28C6CE7D-C470-A0D1-D9A7-C8ADF90A03B2}"/>
              </a:ext>
            </a:extLst>
          </p:cNvPr>
          <p:cNvSpPr/>
          <p:nvPr/>
        </p:nvSpPr>
        <p:spPr>
          <a:xfrm>
            <a:off x="10567480" y="8508205"/>
            <a:ext cx="3890110" cy="3789993"/>
          </a:xfrm>
          <a:custGeom>
            <a:avLst/>
            <a:gdLst>
              <a:gd name="connsiteX0" fmla="*/ 3963580 w 3964147"/>
              <a:gd name="connsiteY0" fmla="*/ 1172203 h 3862124"/>
              <a:gd name="connsiteX1" fmla="*/ 3902706 w 3964147"/>
              <a:gd name="connsiteY1" fmla="*/ 1168939 h 3862124"/>
              <a:gd name="connsiteX2" fmla="*/ 3894193 w 3964147"/>
              <a:gd name="connsiteY2" fmla="*/ 1160425 h 3862124"/>
              <a:gd name="connsiteX3" fmla="*/ 3894193 w 3964147"/>
              <a:gd name="connsiteY3" fmla="*/ 1135026 h 3862124"/>
              <a:gd name="connsiteX4" fmla="*/ 3809482 w 3964147"/>
              <a:gd name="connsiteY4" fmla="*/ 1135026 h 3862124"/>
              <a:gd name="connsiteX5" fmla="*/ 3775568 w 3964147"/>
              <a:gd name="connsiteY5" fmla="*/ 1084227 h 3862124"/>
              <a:gd name="connsiteX6" fmla="*/ 3606144 w 3964147"/>
              <a:gd name="connsiteY6" fmla="*/ 1016401 h 3862124"/>
              <a:gd name="connsiteX7" fmla="*/ 3529946 w 3964147"/>
              <a:gd name="connsiteY7" fmla="*/ 991001 h 3862124"/>
              <a:gd name="connsiteX8" fmla="*/ 3462120 w 3964147"/>
              <a:gd name="connsiteY8" fmla="*/ 1033286 h 3862124"/>
              <a:gd name="connsiteX9" fmla="*/ 3462120 w 3964147"/>
              <a:gd name="connsiteY9" fmla="*/ 1016401 h 3862124"/>
              <a:gd name="connsiteX10" fmla="*/ 3343495 w 3964147"/>
              <a:gd name="connsiteY10" fmla="*/ 1041800 h 3862124"/>
              <a:gd name="connsiteX11" fmla="*/ 3334981 w 3964147"/>
              <a:gd name="connsiteY11" fmla="*/ 1033286 h 3862124"/>
              <a:gd name="connsiteX12" fmla="*/ 3165558 w 3964147"/>
              <a:gd name="connsiteY12" fmla="*/ 1279050 h 3862124"/>
              <a:gd name="connsiteX13" fmla="*/ 2826710 w 3964147"/>
              <a:gd name="connsiteY13" fmla="*/ 1406189 h 3862124"/>
              <a:gd name="connsiteX14" fmla="*/ 2631886 w 3964147"/>
              <a:gd name="connsiteY14" fmla="*/ 1397675 h 3862124"/>
              <a:gd name="connsiteX15" fmla="*/ 2451253 w 3964147"/>
              <a:gd name="connsiteY15" fmla="*/ 1281179 h 3862124"/>
              <a:gd name="connsiteX16" fmla="*/ 2369237 w 3964147"/>
              <a:gd name="connsiteY16" fmla="*/ 1143540 h 3862124"/>
              <a:gd name="connsiteX17" fmla="*/ 2377751 w 3964147"/>
              <a:gd name="connsiteY17" fmla="*/ 999515 h 3862124"/>
              <a:gd name="connsiteX18" fmla="*/ 2293181 w 3964147"/>
              <a:gd name="connsiteY18" fmla="*/ 975677 h 3862124"/>
              <a:gd name="connsiteX19" fmla="*/ 2193286 w 3964147"/>
              <a:gd name="connsiteY19" fmla="*/ 1169365 h 3862124"/>
              <a:gd name="connsiteX20" fmla="*/ 1937164 w 3964147"/>
              <a:gd name="connsiteY20" fmla="*/ 1046483 h 3862124"/>
              <a:gd name="connsiteX21" fmla="*/ 1899561 w 3964147"/>
              <a:gd name="connsiteY21" fmla="*/ 894512 h 3862124"/>
              <a:gd name="connsiteX22" fmla="*/ 1812154 w 3964147"/>
              <a:gd name="connsiteY22" fmla="*/ 782131 h 3862124"/>
              <a:gd name="connsiteX23" fmla="*/ 1587249 w 3964147"/>
              <a:gd name="connsiteY23" fmla="*/ 351051 h 3862124"/>
              <a:gd name="connsiteX24" fmla="*/ 1399804 w 3964147"/>
              <a:gd name="connsiteY24" fmla="*/ 269886 h 3862124"/>
              <a:gd name="connsiteX25" fmla="*/ 1274793 w 3964147"/>
              <a:gd name="connsiteY25" fmla="*/ 219939 h 3862124"/>
              <a:gd name="connsiteX26" fmla="*/ 1273233 w 3964147"/>
              <a:gd name="connsiteY26" fmla="*/ 50941 h 3862124"/>
              <a:gd name="connsiteX27" fmla="*/ 1208528 w 3964147"/>
              <a:gd name="connsiteY27" fmla="*/ 0 h 3862124"/>
              <a:gd name="connsiteX28" fmla="*/ 1030590 w 3964147"/>
              <a:gd name="connsiteY28" fmla="*/ 42427 h 3862124"/>
              <a:gd name="connsiteX29" fmla="*/ 903452 w 3964147"/>
              <a:gd name="connsiteY29" fmla="*/ 42427 h 3862124"/>
              <a:gd name="connsiteX30" fmla="*/ 920479 w 3964147"/>
              <a:gd name="connsiteY30" fmla="*/ 177938 h 3862124"/>
              <a:gd name="connsiteX31" fmla="*/ 649316 w 3964147"/>
              <a:gd name="connsiteY31" fmla="*/ 177938 h 3862124"/>
              <a:gd name="connsiteX32" fmla="*/ 623917 w 3964147"/>
              <a:gd name="connsiteY32" fmla="*/ 152538 h 3862124"/>
              <a:gd name="connsiteX33" fmla="*/ 7520 w 3964147"/>
              <a:gd name="connsiteY33" fmla="*/ 389504 h 3862124"/>
              <a:gd name="connsiteX34" fmla="*/ 0 w 3964147"/>
              <a:gd name="connsiteY34" fmla="*/ 395606 h 3862124"/>
              <a:gd name="connsiteX35" fmla="*/ 24832 w 3964147"/>
              <a:gd name="connsiteY35" fmla="*/ 713311 h 3862124"/>
              <a:gd name="connsiteX36" fmla="*/ 24832 w 3964147"/>
              <a:gd name="connsiteY36" fmla="*/ 713311 h 3862124"/>
              <a:gd name="connsiteX37" fmla="*/ 24832 w 3964147"/>
              <a:gd name="connsiteY37" fmla="*/ 713311 h 3862124"/>
              <a:gd name="connsiteX38" fmla="*/ 38028 w 3964147"/>
              <a:gd name="connsiteY38" fmla="*/ 963190 h 3862124"/>
              <a:gd name="connsiteX39" fmla="*/ 156370 w 3964147"/>
              <a:gd name="connsiteY39" fmla="*/ 1140560 h 3862124"/>
              <a:gd name="connsiteX40" fmla="*/ 235264 w 3964147"/>
              <a:gd name="connsiteY40" fmla="*/ 1278625 h 3862124"/>
              <a:gd name="connsiteX41" fmla="*/ 439026 w 3964147"/>
              <a:gd name="connsiteY41" fmla="*/ 1278625 h 3862124"/>
              <a:gd name="connsiteX42" fmla="*/ 701818 w 3964147"/>
              <a:gd name="connsiteY42" fmla="*/ 1449467 h 3862124"/>
              <a:gd name="connsiteX43" fmla="*/ 787239 w 3964147"/>
              <a:gd name="connsiteY43" fmla="*/ 1482387 h 3862124"/>
              <a:gd name="connsiteX44" fmla="*/ 774043 w 3964147"/>
              <a:gd name="connsiteY44" fmla="*/ 1521834 h 3862124"/>
              <a:gd name="connsiteX45" fmla="*/ 741265 w 3964147"/>
              <a:gd name="connsiteY45" fmla="*/ 1620452 h 3862124"/>
              <a:gd name="connsiteX46" fmla="*/ 149842 w 3964147"/>
              <a:gd name="connsiteY46" fmla="*/ 2947889 h 3862124"/>
              <a:gd name="connsiteX47" fmla="*/ 211141 w 3964147"/>
              <a:gd name="connsiteY47" fmla="*/ 3086521 h 3862124"/>
              <a:gd name="connsiteX48" fmla="*/ 243777 w 3964147"/>
              <a:gd name="connsiteY48" fmla="*/ 3115042 h 3862124"/>
              <a:gd name="connsiteX49" fmla="*/ 326786 w 3964147"/>
              <a:gd name="connsiteY49" fmla="*/ 3328738 h 3862124"/>
              <a:gd name="connsiteX50" fmla="*/ 341827 w 3964147"/>
              <a:gd name="connsiteY50" fmla="*/ 3414301 h 3862124"/>
              <a:gd name="connsiteX51" fmla="*/ 365950 w 3964147"/>
              <a:gd name="connsiteY51" fmla="*/ 3504263 h 3862124"/>
              <a:gd name="connsiteX52" fmla="*/ 563185 w 3964147"/>
              <a:gd name="connsiteY52" fmla="*/ 3665598 h 3862124"/>
              <a:gd name="connsiteX53" fmla="*/ 915229 w 3964147"/>
              <a:gd name="connsiteY53" fmla="*/ 3725904 h 3862124"/>
              <a:gd name="connsiteX54" fmla="*/ 2610319 w 3964147"/>
              <a:gd name="connsiteY54" fmla="*/ 3862124 h 3862124"/>
              <a:gd name="connsiteX55" fmla="*/ 2610319 w 3964147"/>
              <a:gd name="connsiteY55" fmla="*/ 3862124 h 3862124"/>
              <a:gd name="connsiteX56" fmla="*/ 2948740 w 3964147"/>
              <a:gd name="connsiteY56" fmla="*/ 3230545 h 3862124"/>
              <a:gd name="connsiteX57" fmla="*/ 2884178 w 3964147"/>
              <a:gd name="connsiteY57" fmla="*/ 3130083 h 3862124"/>
              <a:gd name="connsiteX58" fmla="*/ 2955977 w 3964147"/>
              <a:gd name="connsiteY58" fmla="*/ 2929158 h 3862124"/>
              <a:gd name="connsiteX59" fmla="*/ 3271838 w 3964147"/>
              <a:gd name="connsiteY59" fmla="*/ 2563067 h 3862124"/>
              <a:gd name="connsiteX60" fmla="*/ 3245586 w 3964147"/>
              <a:gd name="connsiteY60" fmla="*/ 2415069 h 3862124"/>
              <a:gd name="connsiteX61" fmla="*/ 3487235 w 3964147"/>
              <a:gd name="connsiteY61" fmla="*/ 2240112 h 3862124"/>
              <a:gd name="connsiteX62" fmla="*/ 3824522 w 3964147"/>
              <a:gd name="connsiteY62" fmla="*/ 1651527 h 3862124"/>
              <a:gd name="connsiteX63" fmla="*/ 3824522 w 3964147"/>
              <a:gd name="connsiteY63" fmla="*/ 1637196 h 3862124"/>
              <a:gd name="connsiteX64" fmla="*/ 3831617 w 3964147"/>
              <a:gd name="connsiteY64" fmla="*/ 1546950 h 3862124"/>
              <a:gd name="connsiteX65" fmla="*/ 3901430 w 3964147"/>
              <a:gd name="connsiteY65" fmla="*/ 1368587 h 3862124"/>
              <a:gd name="connsiteX66" fmla="*/ 3917464 w 3964147"/>
              <a:gd name="connsiteY66" fmla="*/ 1244002 h 3862124"/>
              <a:gd name="connsiteX67" fmla="*/ 3960884 w 3964147"/>
              <a:gd name="connsiteY67" fmla="*/ 1184973 h 3862124"/>
              <a:gd name="connsiteX68" fmla="*/ 3964148 w 3964147"/>
              <a:gd name="connsiteY68" fmla="*/ 1172345 h 3862124"/>
              <a:gd name="connsiteX69" fmla="*/ 3964148 w 3964147"/>
              <a:gd name="connsiteY69" fmla="*/ 1172345 h 386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3964147" h="3862124">
                <a:moveTo>
                  <a:pt x="3963580" y="1172203"/>
                </a:moveTo>
                <a:cubicBezTo>
                  <a:pt x="3941303" y="1168939"/>
                  <a:pt x="3915619" y="1168939"/>
                  <a:pt x="3902706" y="1168939"/>
                </a:cubicBezTo>
                <a:lnTo>
                  <a:pt x="3894193" y="1160425"/>
                </a:lnTo>
                <a:lnTo>
                  <a:pt x="3894193" y="1135026"/>
                </a:lnTo>
                <a:lnTo>
                  <a:pt x="3809482" y="1135026"/>
                </a:lnTo>
                <a:cubicBezTo>
                  <a:pt x="3809482" y="1126512"/>
                  <a:pt x="3775568" y="1092599"/>
                  <a:pt x="3775568" y="1084227"/>
                </a:cubicBezTo>
                <a:cubicBezTo>
                  <a:pt x="3716256" y="1084227"/>
                  <a:pt x="3606144" y="1092741"/>
                  <a:pt x="3606144" y="1016401"/>
                </a:cubicBezTo>
                <a:cubicBezTo>
                  <a:pt x="3606144" y="1016401"/>
                  <a:pt x="3555345" y="991001"/>
                  <a:pt x="3529946" y="991001"/>
                </a:cubicBezTo>
                <a:cubicBezTo>
                  <a:pt x="3529946" y="1037969"/>
                  <a:pt x="3503837" y="1033286"/>
                  <a:pt x="3462120" y="1033286"/>
                </a:cubicBezTo>
                <a:lnTo>
                  <a:pt x="3462120" y="1016401"/>
                </a:lnTo>
                <a:cubicBezTo>
                  <a:pt x="3399260" y="953541"/>
                  <a:pt x="3430193" y="1041800"/>
                  <a:pt x="3343495" y="1041800"/>
                </a:cubicBezTo>
                <a:lnTo>
                  <a:pt x="3334981" y="1033286"/>
                </a:lnTo>
                <a:cubicBezTo>
                  <a:pt x="3311001" y="1081389"/>
                  <a:pt x="3165558" y="1255921"/>
                  <a:pt x="3165558" y="1279050"/>
                </a:cubicBezTo>
                <a:cubicBezTo>
                  <a:pt x="3058710" y="1353829"/>
                  <a:pt x="2966193" y="1406189"/>
                  <a:pt x="2826710" y="1406189"/>
                </a:cubicBezTo>
                <a:cubicBezTo>
                  <a:pt x="2767398" y="1406189"/>
                  <a:pt x="2682685" y="1397675"/>
                  <a:pt x="2631886" y="1397675"/>
                </a:cubicBezTo>
                <a:cubicBezTo>
                  <a:pt x="2631886" y="1396682"/>
                  <a:pt x="2521775" y="1353262"/>
                  <a:pt x="2451253" y="1281179"/>
                </a:cubicBezTo>
                <a:cubicBezTo>
                  <a:pt x="2402015" y="1230806"/>
                  <a:pt x="2377042" y="1147229"/>
                  <a:pt x="2369237" y="1143540"/>
                </a:cubicBezTo>
                <a:cubicBezTo>
                  <a:pt x="2369237" y="1092741"/>
                  <a:pt x="2377751" y="1050314"/>
                  <a:pt x="2377751" y="999515"/>
                </a:cubicBezTo>
                <a:cubicBezTo>
                  <a:pt x="2333763" y="999515"/>
                  <a:pt x="2383569" y="942757"/>
                  <a:pt x="2293181" y="975677"/>
                </a:cubicBezTo>
                <a:cubicBezTo>
                  <a:pt x="2213719" y="975677"/>
                  <a:pt x="2193286" y="1112181"/>
                  <a:pt x="2193286" y="1169365"/>
                </a:cubicBezTo>
                <a:cubicBezTo>
                  <a:pt x="2092256" y="1169365"/>
                  <a:pt x="1982571" y="1146945"/>
                  <a:pt x="1937164" y="1046483"/>
                </a:cubicBezTo>
                <a:cubicBezTo>
                  <a:pt x="1907507" y="980643"/>
                  <a:pt x="1901406" y="894512"/>
                  <a:pt x="1899561" y="894512"/>
                </a:cubicBezTo>
                <a:cubicBezTo>
                  <a:pt x="1899561" y="884296"/>
                  <a:pt x="1823647" y="810935"/>
                  <a:pt x="1812154" y="782131"/>
                </a:cubicBezTo>
                <a:cubicBezTo>
                  <a:pt x="1812154" y="662370"/>
                  <a:pt x="1697785" y="398444"/>
                  <a:pt x="1587249" y="351051"/>
                </a:cubicBezTo>
                <a:cubicBezTo>
                  <a:pt x="1461954" y="342111"/>
                  <a:pt x="1409311" y="269886"/>
                  <a:pt x="1399804" y="269886"/>
                </a:cubicBezTo>
                <a:cubicBezTo>
                  <a:pt x="1399804" y="252291"/>
                  <a:pt x="1287706" y="232851"/>
                  <a:pt x="1274793" y="219939"/>
                </a:cubicBezTo>
                <a:cubicBezTo>
                  <a:pt x="1260320" y="205465"/>
                  <a:pt x="1271672" y="78327"/>
                  <a:pt x="1273233" y="50941"/>
                </a:cubicBezTo>
                <a:cubicBezTo>
                  <a:pt x="1256205" y="50657"/>
                  <a:pt x="1208528" y="142"/>
                  <a:pt x="1208528" y="0"/>
                </a:cubicBezTo>
                <a:cubicBezTo>
                  <a:pt x="1145384" y="0"/>
                  <a:pt x="1127931" y="42427"/>
                  <a:pt x="1030590" y="42427"/>
                </a:cubicBezTo>
                <a:cubicBezTo>
                  <a:pt x="1030590" y="18446"/>
                  <a:pt x="946872" y="-851"/>
                  <a:pt x="903452" y="42427"/>
                </a:cubicBezTo>
                <a:cubicBezTo>
                  <a:pt x="903452" y="92800"/>
                  <a:pt x="920479" y="116497"/>
                  <a:pt x="920479" y="177938"/>
                </a:cubicBezTo>
                <a:lnTo>
                  <a:pt x="649316" y="177938"/>
                </a:lnTo>
                <a:cubicBezTo>
                  <a:pt x="649316" y="169424"/>
                  <a:pt x="623917" y="161052"/>
                  <a:pt x="623917" y="152538"/>
                </a:cubicBezTo>
                <a:cubicBezTo>
                  <a:pt x="479183" y="152538"/>
                  <a:pt x="207168" y="381700"/>
                  <a:pt x="7520" y="389504"/>
                </a:cubicBezTo>
                <a:cubicBezTo>
                  <a:pt x="7520" y="392200"/>
                  <a:pt x="7520" y="394896"/>
                  <a:pt x="0" y="395606"/>
                </a:cubicBezTo>
                <a:cubicBezTo>
                  <a:pt x="7379" y="506710"/>
                  <a:pt x="24690" y="625052"/>
                  <a:pt x="24832" y="713311"/>
                </a:cubicBezTo>
                <a:cubicBezTo>
                  <a:pt x="24832" y="713311"/>
                  <a:pt x="24832" y="713311"/>
                  <a:pt x="24832" y="713311"/>
                </a:cubicBezTo>
                <a:lnTo>
                  <a:pt x="24832" y="713311"/>
                </a:lnTo>
                <a:cubicBezTo>
                  <a:pt x="24832" y="713311"/>
                  <a:pt x="38028" y="963190"/>
                  <a:pt x="38028" y="963190"/>
                </a:cubicBezTo>
                <a:cubicBezTo>
                  <a:pt x="39873" y="965034"/>
                  <a:pt x="136504" y="1140560"/>
                  <a:pt x="156370" y="1140560"/>
                </a:cubicBezTo>
                <a:cubicBezTo>
                  <a:pt x="156370" y="1180007"/>
                  <a:pt x="208587" y="1264435"/>
                  <a:pt x="235264" y="1278625"/>
                </a:cubicBezTo>
                <a:cubicBezTo>
                  <a:pt x="291171" y="1308423"/>
                  <a:pt x="425688" y="1308281"/>
                  <a:pt x="439026" y="1278625"/>
                </a:cubicBezTo>
                <a:cubicBezTo>
                  <a:pt x="486987" y="1278625"/>
                  <a:pt x="646194" y="1449467"/>
                  <a:pt x="701818" y="1449467"/>
                </a:cubicBezTo>
                <a:cubicBezTo>
                  <a:pt x="701818" y="1469191"/>
                  <a:pt x="767515" y="1482387"/>
                  <a:pt x="787239" y="1482387"/>
                </a:cubicBezTo>
                <a:cubicBezTo>
                  <a:pt x="787239" y="1488914"/>
                  <a:pt x="780712" y="1521834"/>
                  <a:pt x="774043" y="1521834"/>
                </a:cubicBezTo>
                <a:cubicBezTo>
                  <a:pt x="774043" y="1537443"/>
                  <a:pt x="747366" y="1601722"/>
                  <a:pt x="741265" y="1620452"/>
                </a:cubicBezTo>
                <a:cubicBezTo>
                  <a:pt x="666202" y="1776963"/>
                  <a:pt x="70522" y="2868711"/>
                  <a:pt x="149842" y="2947889"/>
                </a:cubicBezTo>
                <a:cubicBezTo>
                  <a:pt x="149842" y="2954984"/>
                  <a:pt x="195958" y="3032601"/>
                  <a:pt x="211141" y="3086521"/>
                </a:cubicBezTo>
                <a:cubicBezTo>
                  <a:pt x="212277" y="3090920"/>
                  <a:pt x="238385" y="3111069"/>
                  <a:pt x="243777" y="3115042"/>
                </a:cubicBezTo>
                <a:cubicBezTo>
                  <a:pt x="284076" y="3135191"/>
                  <a:pt x="326786" y="3286027"/>
                  <a:pt x="326786" y="3328738"/>
                </a:cubicBezTo>
                <a:cubicBezTo>
                  <a:pt x="326786" y="3356407"/>
                  <a:pt x="341827" y="3389043"/>
                  <a:pt x="341827" y="3414301"/>
                </a:cubicBezTo>
                <a:cubicBezTo>
                  <a:pt x="341827" y="3441403"/>
                  <a:pt x="343956" y="3473188"/>
                  <a:pt x="365950" y="3504263"/>
                </a:cubicBezTo>
                <a:cubicBezTo>
                  <a:pt x="414904" y="3573934"/>
                  <a:pt x="506852" y="3618631"/>
                  <a:pt x="563185" y="3665598"/>
                </a:cubicBezTo>
                <a:cubicBezTo>
                  <a:pt x="655275" y="3711715"/>
                  <a:pt x="825977" y="3685322"/>
                  <a:pt x="915229" y="3725904"/>
                </a:cubicBezTo>
                <a:lnTo>
                  <a:pt x="2610319" y="3862124"/>
                </a:lnTo>
                <a:lnTo>
                  <a:pt x="2610319" y="3862124"/>
                </a:lnTo>
                <a:cubicBezTo>
                  <a:pt x="2610319" y="3862124"/>
                  <a:pt x="2948740" y="3393726"/>
                  <a:pt x="2948740" y="3230545"/>
                </a:cubicBezTo>
                <a:cubicBezTo>
                  <a:pt x="2908016" y="3230545"/>
                  <a:pt x="2884178" y="3159881"/>
                  <a:pt x="2884178" y="3130083"/>
                </a:cubicBezTo>
                <a:cubicBezTo>
                  <a:pt x="2983363" y="3030898"/>
                  <a:pt x="2914117" y="2950017"/>
                  <a:pt x="2955977" y="2929158"/>
                </a:cubicBezTo>
                <a:cubicBezTo>
                  <a:pt x="3127955" y="2929158"/>
                  <a:pt x="3271838" y="2643948"/>
                  <a:pt x="3271838" y="2563067"/>
                </a:cubicBezTo>
                <a:cubicBezTo>
                  <a:pt x="3334981" y="2423583"/>
                  <a:pt x="3085386" y="2535397"/>
                  <a:pt x="3245586" y="2415069"/>
                </a:cubicBezTo>
                <a:cubicBezTo>
                  <a:pt x="3321643" y="2358027"/>
                  <a:pt x="3450768" y="2278282"/>
                  <a:pt x="3487235" y="2240112"/>
                </a:cubicBezTo>
                <a:cubicBezTo>
                  <a:pt x="3589401" y="2132696"/>
                  <a:pt x="3758541" y="1651527"/>
                  <a:pt x="3824522" y="1651527"/>
                </a:cubicBezTo>
                <a:lnTo>
                  <a:pt x="3824522" y="1637196"/>
                </a:lnTo>
                <a:cubicBezTo>
                  <a:pt x="3831475" y="1637196"/>
                  <a:pt x="3817286" y="1583275"/>
                  <a:pt x="3831617" y="1546950"/>
                </a:cubicBezTo>
                <a:cubicBezTo>
                  <a:pt x="3866098" y="1459826"/>
                  <a:pt x="3891072" y="1591079"/>
                  <a:pt x="3901430" y="1368587"/>
                </a:cubicBezTo>
                <a:cubicBezTo>
                  <a:pt x="3902281" y="1349431"/>
                  <a:pt x="3897315" y="1281321"/>
                  <a:pt x="3917464" y="1244002"/>
                </a:cubicBezTo>
                <a:cubicBezTo>
                  <a:pt x="3936195" y="1209096"/>
                  <a:pt x="3960884" y="1185683"/>
                  <a:pt x="3960884" y="1184973"/>
                </a:cubicBezTo>
                <a:cubicBezTo>
                  <a:pt x="3962020" y="1180716"/>
                  <a:pt x="3963012" y="1176459"/>
                  <a:pt x="3964148" y="1172345"/>
                </a:cubicBezTo>
                <a:lnTo>
                  <a:pt x="3964148" y="1172345"/>
                </a:lnTo>
                <a:close/>
              </a:path>
            </a:pathLst>
          </a:custGeom>
          <a:solidFill>
            <a:srgbClr val="071728"/>
          </a:solidFill>
          <a:ln w="56727" cap="flat">
            <a:solidFill>
              <a:srgbClr val="FDAD23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905F64A4-6287-798C-D231-B616D00D23C0}"/>
              </a:ext>
            </a:extLst>
          </p:cNvPr>
          <p:cNvSpPr/>
          <p:nvPr/>
        </p:nvSpPr>
        <p:spPr>
          <a:xfrm>
            <a:off x="12929222" y="10916920"/>
            <a:ext cx="1577173" cy="2797987"/>
          </a:xfrm>
          <a:custGeom>
            <a:avLst/>
            <a:gdLst>
              <a:gd name="connsiteX0" fmla="*/ 812355 w 1577173"/>
              <a:gd name="connsiteY0" fmla="*/ 0 h 2797987"/>
              <a:gd name="connsiteX1" fmla="*/ 940771 w 1577173"/>
              <a:gd name="connsiteY1" fmla="*/ 18305 h 2797987"/>
              <a:gd name="connsiteX2" fmla="*/ 1099268 w 1577173"/>
              <a:gd name="connsiteY2" fmla="*/ 225615 h 2797987"/>
              <a:gd name="connsiteX3" fmla="*/ 1099268 w 1577173"/>
              <a:gd name="connsiteY3" fmla="*/ 439026 h 2797987"/>
              <a:gd name="connsiteX4" fmla="*/ 1013988 w 1577173"/>
              <a:gd name="connsiteY4" fmla="*/ 640235 h 2797987"/>
              <a:gd name="connsiteX5" fmla="*/ 1337086 w 1577173"/>
              <a:gd name="connsiteY5" fmla="*/ 890255 h 2797987"/>
              <a:gd name="connsiteX6" fmla="*/ 1373695 w 1577173"/>
              <a:gd name="connsiteY6" fmla="*/ 1036550 h 2797987"/>
              <a:gd name="connsiteX7" fmla="*/ 1239603 w 1577173"/>
              <a:gd name="connsiteY7" fmla="*/ 1179865 h 2797987"/>
              <a:gd name="connsiteX8" fmla="*/ 1513889 w 1577173"/>
              <a:gd name="connsiteY8" fmla="*/ 1585262 h 2797987"/>
              <a:gd name="connsiteX9" fmla="*/ 1577174 w 1577173"/>
              <a:gd name="connsiteY9" fmla="*/ 1655075 h 2797987"/>
              <a:gd name="connsiteX10" fmla="*/ 1414845 w 1577173"/>
              <a:gd name="connsiteY10" fmla="*/ 1781788 h 2797987"/>
              <a:gd name="connsiteX11" fmla="*/ 1334816 w 1577173"/>
              <a:gd name="connsiteY11" fmla="*/ 1984415 h 2797987"/>
              <a:gd name="connsiteX12" fmla="*/ 1447907 w 1577173"/>
              <a:gd name="connsiteY12" fmla="*/ 1989098 h 2797987"/>
              <a:gd name="connsiteX13" fmla="*/ 1414987 w 1577173"/>
              <a:gd name="connsiteY13" fmla="*/ 2040890 h 2797987"/>
              <a:gd name="connsiteX14" fmla="*/ 1447907 w 1577173"/>
              <a:gd name="connsiteY14" fmla="*/ 2116237 h 2797987"/>
              <a:gd name="connsiteX15" fmla="*/ 1447907 w 1577173"/>
              <a:gd name="connsiteY15" fmla="*/ 2168029 h 2797987"/>
              <a:gd name="connsiteX16" fmla="*/ 1408034 w 1577173"/>
              <a:gd name="connsiteY16" fmla="*/ 2207192 h 2797987"/>
              <a:gd name="connsiteX17" fmla="*/ 1421088 w 1577173"/>
              <a:gd name="connsiteY17" fmla="*/ 2377041 h 2797987"/>
              <a:gd name="connsiteX18" fmla="*/ 1460251 w 1577173"/>
              <a:gd name="connsiteY18" fmla="*/ 2420603 h 2797987"/>
              <a:gd name="connsiteX19" fmla="*/ 1438542 w 1577173"/>
              <a:gd name="connsiteY19" fmla="*/ 2525039 h 2797987"/>
              <a:gd name="connsiteX20" fmla="*/ 1376391 w 1577173"/>
              <a:gd name="connsiteY20" fmla="*/ 2694888 h 2797987"/>
              <a:gd name="connsiteX21" fmla="*/ 1376107 w 1577173"/>
              <a:gd name="connsiteY21" fmla="*/ 2694888 h 2797987"/>
              <a:gd name="connsiteX22" fmla="*/ 1375823 w 1577173"/>
              <a:gd name="connsiteY22" fmla="*/ 2695030 h 2797987"/>
              <a:gd name="connsiteX23" fmla="*/ 1375398 w 1577173"/>
              <a:gd name="connsiteY23" fmla="*/ 2695030 h 2797987"/>
              <a:gd name="connsiteX24" fmla="*/ 1374972 w 1577173"/>
              <a:gd name="connsiteY24" fmla="*/ 2695314 h 2797987"/>
              <a:gd name="connsiteX25" fmla="*/ 1374972 w 1577173"/>
              <a:gd name="connsiteY25" fmla="*/ 2695314 h 2797987"/>
              <a:gd name="connsiteX26" fmla="*/ 1325308 w 1577173"/>
              <a:gd name="connsiteY26" fmla="*/ 2712909 h 2797987"/>
              <a:gd name="connsiteX27" fmla="*/ 1055990 w 1577173"/>
              <a:gd name="connsiteY27" fmla="*/ 2730220 h 2797987"/>
              <a:gd name="connsiteX28" fmla="*/ 896357 w 1577173"/>
              <a:gd name="connsiteY28" fmla="*/ 2769384 h 2797987"/>
              <a:gd name="connsiteX29" fmla="*/ 773617 w 1577173"/>
              <a:gd name="connsiteY29" fmla="*/ 2739018 h 2797987"/>
              <a:gd name="connsiteX30" fmla="*/ 630586 w 1577173"/>
              <a:gd name="connsiteY30" fmla="*/ 2626069 h 2797987"/>
              <a:gd name="connsiteX31" fmla="*/ 286346 w 1577173"/>
              <a:gd name="connsiteY31" fmla="*/ 2623940 h 2797987"/>
              <a:gd name="connsiteX32" fmla="*/ 194398 w 1577173"/>
              <a:gd name="connsiteY32" fmla="*/ 2494247 h 2797987"/>
              <a:gd name="connsiteX33" fmla="*/ 0 w 1577173"/>
              <a:gd name="connsiteY33" fmla="*/ 2600669 h 2797987"/>
              <a:gd name="connsiteX34" fmla="*/ 101598 w 1577173"/>
              <a:gd name="connsiteY34" fmla="*/ 2341426 h 2797987"/>
              <a:gd name="connsiteX35" fmla="*/ 53353 w 1577173"/>
              <a:gd name="connsiteY35" fmla="*/ 1947380 h 2797987"/>
              <a:gd name="connsiteX36" fmla="*/ 81307 w 1577173"/>
              <a:gd name="connsiteY36" fmla="*/ 1749151 h 2797987"/>
              <a:gd name="connsiteX37" fmla="*/ 200783 w 1577173"/>
              <a:gd name="connsiteY37" fmla="*/ 1444075 h 2797987"/>
              <a:gd name="connsiteX38" fmla="*/ 202485 w 1577173"/>
              <a:gd name="connsiteY38" fmla="*/ 1425912 h 2797987"/>
              <a:gd name="connsiteX39" fmla="*/ 540908 w 1577173"/>
              <a:gd name="connsiteY39" fmla="*/ 794334 h 2797987"/>
              <a:gd name="connsiteX40" fmla="*/ 476345 w 1577173"/>
              <a:gd name="connsiteY40" fmla="*/ 693871 h 2797987"/>
              <a:gd name="connsiteX41" fmla="*/ 548145 w 1577173"/>
              <a:gd name="connsiteY41" fmla="*/ 492946 h 2797987"/>
              <a:gd name="connsiteX42" fmla="*/ 864004 w 1577173"/>
              <a:gd name="connsiteY42" fmla="*/ 126855 h 2797987"/>
              <a:gd name="connsiteX43" fmla="*/ 794901 w 1577173"/>
              <a:gd name="connsiteY43" fmla="*/ 14615 h 2797987"/>
              <a:gd name="connsiteX44" fmla="*/ 812355 w 1577173"/>
              <a:gd name="connsiteY44" fmla="*/ 426 h 2797987"/>
              <a:gd name="connsiteX45" fmla="*/ 812355 w 1577173"/>
              <a:gd name="connsiteY45" fmla="*/ 426 h 2797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577173" h="2797987">
                <a:moveTo>
                  <a:pt x="812355" y="0"/>
                </a:moveTo>
                <a:cubicBezTo>
                  <a:pt x="850667" y="0"/>
                  <a:pt x="907283" y="1703"/>
                  <a:pt x="940771" y="18305"/>
                </a:cubicBezTo>
                <a:cubicBezTo>
                  <a:pt x="1016117" y="55340"/>
                  <a:pt x="1099268" y="140761"/>
                  <a:pt x="1099268" y="225615"/>
                </a:cubicBezTo>
                <a:cubicBezTo>
                  <a:pt x="1118850" y="225615"/>
                  <a:pt x="1099268" y="418025"/>
                  <a:pt x="1099268" y="439026"/>
                </a:cubicBezTo>
                <a:cubicBezTo>
                  <a:pt x="1094302" y="439026"/>
                  <a:pt x="1013988" y="634984"/>
                  <a:pt x="1013988" y="640235"/>
                </a:cubicBezTo>
                <a:cubicBezTo>
                  <a:pt x="1121688" y="747934"/>
                  <a:pt x="1111046" y="890255"/>
                  <a:pt x="1337086" y="890255"/>
                </a:cubicBezTo>
                <a:cubicBezTo>
                  <a:pt x="1337086" y="944176"/>
                  <a:pt x="1373695" y="984474"/>
                  <a:pt x="1373695" y="1036550"/>
                </a:cubicBezTo>
                <a:cubicBezTo>
                  <a:pt x="1283875" y="1036550"/>
                  <a:pt x="1247976" y="1091322"/>
                  <a:pt x="1239603" y="1179865"/>
                </a:cubicBezTo>
                <a:cubicBezTo>
                  <a:pt x="1234921" y="1228394"/>
                  <a:pt x="1374972" y="1585262"/>
                  <a:pt x="1513889" y="1585262"/>
                </a:cubicBezTo>
                <a:cubicBezTo>
                  <a:pt x="1513889" y="1586539"/>
                  <a:pt x="1571498" y="1647554"/>
                  <a:pt x="1577174" y="1655075"/>
                </a:cubicBezTo>
                <a:cubicBezTo>
                  <a:pt x="1540565" y="1679907"/>
                  <a:pt x="1465928" y="1745320"/>
                  <a:pt x="1414845" y="1781788"/>
                </a:cubicBezTo>
                <a:cubicBezTo>
                  <a:pt x="1414845" y="1858554"/>
                  <a:pt x="1334816" y="1838404"/>
                  <a:pt x="1334816" y="1984415"/>
                </a:cubicBezTo>
                <a:cubicBezTo>
                  <a:pt x="1367168" y="2016767"/>
                  <a:pt x="1412007" y="1989098"/>
                  <a:pt x="1447907" y="1989098"/>
                </a:cubicBezTo>
                <a:cubicBezTo>
                  <a:pt x="1447907" y="2030957"/>
                  <a:pt x="1434710" y="2025849"/>
                  <a:pt x="1414987" y="2040890"/>
                </a:cubicBezTo>
                <a:cubicBezTo>
                  <a:pt x="1337653" y="2040890"/>
                  <a:pt x="1447339" y="2115669"/>
                  <a:pt x="1447907" y="2116237"/>
                </a:cubicBezTo>
                <a:lnTo>
                  <a:pt x="1447907" y="2168029"/>
                </a:lnTo>
                <a:cubicBezTo>
                  <a:pt x="1439393" y="2176543"/>
                  <a:pt x="1365465" y="2207192"/>
                  <a:pt x="1408034" y="2207192"/>
                </a:cubicBezTo>
                <a:cubicBezTo>
                  <a:pt x="1408034" y="2272464"/>
                  <a:pt x="1421088" y="2307371"/>
                  <a:pt x="1421088" y="2377041"/>
                </a:cubicBezTo>
                <a:cubicBezTo>
                  <a:pt x="1421088" y="2398752"/>
                  <a:pt x="1460251" y="2403150"/>
                  <a:pt x="1460251" y="2420603"/>
                </a:cubicBezTo>
                <a:cubicBezTo>
                  <a:pt x="1460251" y="2464166"/>
                  <a:pt x="1399236" y="2485876"/>
                  <a:pt x="1438542" y="2525039"/>
                </a:cubicBezTo>
                <a:cubicBezTo>
                  <a:pt x="1482104" y="2568601"/>
                  <a:pt x="1376391" y="2633873"/>
                  <a:pt x="1376391" y="2694888"/>
                </a:cubicBezTo>
                <a:lnTo>
                  <a:pt x="1376107" y="2694888"/>
                </a:lnTo>
                <a:cubicBezTo>
                  <a:pt x="1376107" y="2694888"/>
                  <a:pt x="1375823" y="2695030"/>
                  <a:pt x="1375823" y="2695030"/>
                </a:cubicBezTo>
                <a:lnTo>
                  <a:pt x="1375398" y="2695030"/>
                </a:lnTo>
                <a:cubicBezTo>
                  <a:pt x="1375398" y="2695030"/>
                  <a:pt x="1374972" y="2695314"/>
                  <a:pt x="1374972" y="2695314"/>
                </a:cubicBezTo>
                <a:lnTo>
                  <a:pt x="1374972" y="2695314"/>
                </a:lnTo>
                <a:cubicBezTo>
                  <a:pt x="1365465" y="2698010"/>
                  <a:pt x="1324741" y="2712058"/>
                  <a:pt x="1325308" y="2712909"/>
                </a:cubicBezTo>
                <a:cubicBezTo>
                  <a:pt x="1116722" y="2704679"/>
                  <a:pt x="1222292" y="2844305"/>
                  <a:pt x="1055990" y="2730220"/>
                </a:cubicBezTo>
                <a:cubicBezTo>
                  <a:pt x="972839" y="2730220"/>
                  <a:pt x="922040" y="2851683"/>
                  <a:pt x="896357" y="2769384"/>
                </a:cubicBezTo>
                <a:cubicBezTo>
                  <a:pt x="849532" y="2618832"/>
                  <a:pt x="860032" y="2758458"/>
                  <a:pt x="773617" y="2739018"/>
                </a:cubicBezTo>
                <a:cubicBezTo>
                  <a:pt x="684648" y="2739018"/>
                  <a:pt x="754887" y="2664948"/>
                  <a:pt x="630586" y="2626069"/>
                </a:cubicBezTo>
                <a:cubicBezTo>
                  <a:pt x="435337" y="2565053"/>
                  <a:pt x="624626" y="2730930"/>
                  <a:pt x="286346" y="2623940"/>
                </a:cubicBezTo>
                <a:cubicBezTo>
                  <a:pt x="236825" y="2608332"/>
                  <a:pt x="262650" y="2418475"/>
                  <a:pt x="194398" y="2494247"/>
                </a:cubicBezTo>
                <a:cubicBezTo>
                  <a:pt x="91097" y="2609041"/>
                  <a:pt x="214547" y="2632170"/>
                  <a:pt x="0" y="2600669"/>
                </a:cubicBezTo>
                <a:cubicBezTo>
                  <a:pt x="36893" y="2527025"/>
                  <a:pt x="101598" y="2423016"/>
                  <a:pt x="101598" y="2341426"/>
                </a:cubicBezTo>
                <a:cubicBezTo>
                  <a:pt x="22988" y="2341426"/>
                  <a:pt x="58745" y="1959583"/>
                  <a:pt x="53353" y="1947380"/>
                </a:cubicBezTo>
                <a:cubicBezTo>
                  <a:pt x="25399" y="1888919"/>
                  <a:pt x="81307" y="1812721"/>
                  <a:pt x="81307" y="1749151"/>
                </a:cubicBezTo>
                <a:cubicBezTo>
                  <a:pt x="81307" y="1645142"/>
                  <a:pt x="200783" y="1489056"/>
                  <a:pt x="200783" y="1444075"/>
                </a:cubicBezTo>
                <a:cubicBezTo>
                  <a:pt x="201776" y="1437832"/>
                  <a:pt x="202344" y="1431730"/>
                  <a:pt x="202485" y="1425912"/>
                </a:cubicBezTo>
                <a:cubicBezTo>
                  <a:pt x="202769" y="1425912"/>
                  <a:pt x="540908" y="957372"/>
                  <a:pt x="540908" y="794334"/>
                </a:cubicBezTo>
                <a:cubicBezTo>
                  <a:pt x="500184" y="794334"/>
                  <a:pt x="476345" y="723669"/>
                  <a:pt x="476345" y="693871"/>
                </a:cubicBezTo>
                <a:cubicBezTo>
                  <a:pt x="575530" y="594686"/>
                  <a:pt x="506285" y="513805"/>
                  <a:pt x="548145" y="492946"/>
                </a:cubicBezTo>
                <a:cubicBezTo>
                  <a:pt x="720122" y="492946"/>
                  <a:pt x="864004" y="207736"/>
                  <a:pt x="864004" y="126855"/>
                </a:cubicBezTo>
                <a:cubicBezTo>
                  <a:pt x="919060" y="5250"/>
                  <a:pt x="736298" y="74637"/>
                  <a:pt x="794901" y="14615"/>
                </a:cubicBezTo>
                <a:cubicBezTo>
                  <a:pt x="802422" y="8798"/>
                  <a:pt x="808381" y="3973"/>
                  <a:pt x="812355" y="426"/>
                </a:cubicBezTo>
                <a:lnTo>
                  <a:pt x="812355" y="426"/>
                </a:lnTo>
                <a:close/>
              </a:path>
            </a:pathLst>
          </a:custGeom>
          <a:solidFill>
            <a:srgbClr val="071728"/>
          </a:solidFill>
          <a:ln w="56727" cap="flat">
            <a:solidFill>
              <a:srgbClr val="FDAD23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68EF1591-C781-0CED-D700-74B126AF243D}"/>
              </a:ext>
            </a:extLst>
          </p:cNvPr>
          <p:cNvSpPr txBox="1"/>
          <p:nvPr/>
        </p:nvSpPr>
        <p:spPr>
          <a:xfrm>
            <a:off x="12039321" y="10427837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>
                <a:solidFill>
                  <a:schemeClr val="bg1"/>
                </a:solidFill>
              </a:rPr>
              <a:t>PA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DCB4DBAC-4871-6F42-A1CB-B95EE8557465}"/>
              </a:ext>
            </a:extLst>
          </p:cNvPr>
          <p:cNvSpPr txBox="1"/>
          <p:nvPr/>
        </p:nvSpPr>
        <p:spPr>
          <a:xfrm>
            <a:off x="13453135" y="12375757"/>
            <a:ext cx="611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>
                <a:solidFill>
                  <a:schemeClr val="bg1"/>
                </a:solidFill>
              </a:rPr>
              <a:t>TO</a:t>
            </a:r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39A92FCE-014E-B304-63E8-97313CA86CA0}"/>
              </a:ext>
            </a:extLst>
          </p:cNvPr>
          <p:cNvSpPr/>
          <p:nvPr/>
        </p:nvSpPr>
        <p:spPr>
          <a:xfrm>
            <a:off x="13803184" y="9696129"/>
            <a:ext cx="2025580" cy="2751624"/>
          </a:xfrm>
          <a:custGeom>
            <a:avLst/>
            <a:gdLst>
              <a:gd name="connsiteX0" fmla="*/ 2095946 w 2095945"/>
              <a:gd name="connsiteY0" fmla="*/ 573685 h 2849554"/>
              <a:gd name="connsiteX1" fmla="*/ 2053661 w 2095945"/>
              <a:gd name="connsiteY1" fmla="*/ 530407 h 2849554"/>
              <a:gd name="connsiteX2" fmla="*/ 1452022 w 2095945"/>
              <a:gd name="connsiteY2" fmla="*/ 420296 h 2849554"/>
              <a:gd name="connsiteX3" fmla="*/ 1350425 w 2095945"/>
              <a:gd name="connsiteY3" fmla="*/ 530407 h 2849554"/>
              <a:gd name="connsiteX4" fmla="*/ 1291111 w 2095945"/>
              <a:gd name="connsiteY4" fmla="*/ 462581 h 2849554"/>
              <a:gd name="connsiteX5" fmla="*/ 1248827 w 2095945"/>
              <a:gd name="connsiteY5" fmla="*/ 615119 h 2849554"/>
              <a:gd name="connsiteX6" fmla="*/ 1147087 w 2095945"/>
              <a:gd name="connsiteY6" fmla="*/ 682945 h 2849554"/>
              <a:gd name="connsiteX7" fmla="*/ 1248827 w 2095945"/>
              <a:gd name="connsiteY7" fmla="*/ 420296 h 2849554"/>
              <a:gd name="connsiteX8" fmla="*/ 1257341 w 2095945"/>
              <a:gd name="connsiteY8" fmla="*/ 369497 h 2849554"/>
              <a:gd name="connsiteX9" fmla="*/ 1155601 w 2095945"/>
              <a:gd name="connsiteY9" fmla="*/ 411924 h 2849554"/>
              <a:gd name="connsiteX10" fmla="*/ 1214913 w 2095945"/>
              <a:gd name="connsiteY10" fmla="*/ 293299 h 2849554"/>
              <a:gd name="connsiteX11" fmla="*/ 994691 w 2095945"/>
              <a:gd name="connsiteY11" fmla="*/ 123875 h 2849554"/>
              <a:gd name="connsiteX12" fmla="*/ 1003205 w 2095945"/>
              <a:gd name="connsiteY12" fmla="*/ 242500 h 2849554"/>
              <a:gd name="connsiteX13" fmla="*/ 935379 w 2095945"/>
              <a:gd name="connsiteY13" fmla="*/ 81590 h 2849554"/>
              <a:gd name="connsiteX14" fmla="*/ 884580 w 2095945"/>
              <a:gd name="connsiteY14" fmla="*/ 39163 h 2849554"/>
              <a:gd name="connsiteX15" fmla="*/ 741975 w 2095945"/>
              <a:gd name="connsiteY15" fmla="*/ 0 h 2849554"/>
              <a:gd name="connsiteX16" fmla="*/ 738710 w 2095945"/>
              <a:gd name="connsiteY16" fmla="*/ 12629 h 2849554"/>
              <a:gd name="connsiteX17" fmla="*/ 695290 w 2095945"/>
              <a:gd name="connsiteY17" fmla="*/ 71658 h 2849554"/>
              <a:gd name="connsiteX18" fmla="*/ 679256 w 2095945"/>
              <a:gd name="connsiteY18" fmla="*/ 196242 h 2849554"/>
              <a:gd name="connsiteX19" fmla="*/ 609443 w 2095945"/>
              <a:gd name="connsiteY19" fmla="*/ 374605 h 2849554"/>
              <a:gd name="connsiteX20" fmla="*/ 602349 w 2095945"/>
              <a:gd name="connsiteY20" fmla="*/ 464851 h 2849554"/>
              <a:gd name="connsiteX21" fmla="*/ 602349 w 2095945"/>
              <a:gd name="connsiteY21" fmla="*/ 479183 h 2849554"/>
              <a:gd name="connsiteX22" fmla="*/ 265062 w 2095945"/>
              <a:gd name="connsiteY22" fmla="*/ 1067767 h 2849554"/>
              <a:gd name="connsiteX23" fmla="*/ 23413 w 2095945"/>
              <a:gd name="connsiteY23" fmla="*/ 1242725 h 2849554"/>
              <a:gd name="connsiteX24" fmla="*/ 0 w 2095945"/>
              <a:gd name="connsiteY24" fmla="*/ 1262732 h 2849554"/>
              <a:gd name="connsiteX25" fmla="*/ 126430 w 2095945"/>
              <a:gd name="connsiteY25" fmla="*/ 1282598 h 2849554"/>
              <a:gd name="connsiteX26" fmla="*/ 284927 w 2095945"/>
              <a:gd name="connsiteY26" fmla="*/ 1489908 h 2849554"/>
              <a:gd name="connsiteX27" fmla="*/ 284927 w 2095945"/>
              <a:gd name="connsiteY27" fmla="*/ 1703319 h 2849554"/>
              <a:gd name="connsiteX28" fmla="*/ 199648 w 2095945"/>
              <a:gd name="connsiteY28" fmla="*/ 1904528 h 2849554"/>
              <a:gd name="connsiteX29" fmla="*/ 522745 w 2095945"/>
              <a:gd name="connsiteY29" fmla="*/ 2154548 h 2849554"/>
              <a:gd name="connsiteX30" fmla="*/ 559355 w 2095945"/>
              <a:gd name="connsiteY30" fmla="*/ 2300843 h 2849554"/>
              <a:gd name="connsiteX31" fmla="*/ 425263 w 2095945"/>
              <a:gd name="connsiteY31" fmla="*/ 2444158 h 2849554"/>
              <a:gd name="connsiteX32" fmla="*/ 699548 w 2095945"/>
              <a:gd name="connsiteY32" fmla="*/ 2849555 h 2849554"/>
              <a:gd name="connsiteX33" fmla="*/ 759001 w 2095945"/>
              <a:gd name="connsiteY33" fmla="*/ 2585345 h 2849554"/>
              <a:gd name="connsiteX34" fmla="*/ 713453 w 2095945"/>
              <a:gd name="connsiteY34" fmla="*/ 2399887 h 2849554"/>
              <a:gd name="connsiteX35" fmla="*/ 912533 w 2095945"/>
              <a:gd name="connsiteY35" fmla="*/ 2065154 h 2849554"/>
              <a:gd name="connsiteX36" fmla="*/ 1101255 w 2095945"/>
              <a:gd name="connsiteY36" fmla="*/ 1978597 h 2849554"/>
              <a:gd name="connsiteX37" fmla="*/ 1306436 w 2095945"/>
              <a:gd name="connsiteY37" fmla="*/ 1808606 h 2849554"/>
              <a:gd name="connsiteX38" fmla="*/ 1474725 w 2095945"/>
              <a:gd name="connsiteY38" fmla="*/ 1796687 h 2849554"/>
              <a:gd name="connsiteX39" fmla="*/ 1704454 w 2095945"/>
              <a:gd name="connsiteY39" fmla="*/ 1681893 h 2849554"/>
              <a:gd name="connsiteX40" fmla="*/ 1661460 w 2095945"/>
              <a:gd name="connsiteY40" fmla="*/ 1627973 h 2849554"/>
              <a:gd name="connsiteX41" fmla="*/ 1661460 w 2095945"/>
              <a:gd name="connsiteY41" fmla="*/ 1627973 h 2849554"/>
              <a:gd name="connsiteX42" fmla="*/ 1661034 w 2095945"/>
              <a:gd name="connsiteY42" fmla="*/ 1627689 h 2849554"/>
              <a:gd name="connsiteX43" fmla="*/ 1661034 w 2095945"/>
              <a:gd name="connsiteY43" fmla="*/ 1627689 h 2849554"/>
              <a:gd name="connsiteX44" fmla="*/ 1660609 w 2095945"/>
              <a:gd name="connsiteY44" fmla="*/ 1627405 h 2849554"/>
              <a:gd name="connsiteX45" fmla="*/ 1660609 w 2095945"/>
              <a:gd name="connsiteY45" fmla="*/ 1627405 h 2849554"/>
              <a:gd name="connsiteX46" fmla="*/ 1660183 w 2095945"/>
              <a:gd name="connsiteY46" fmla="*/ 1627121 h 2849554"/>
              <a:gd name="connsiteX47" fmla="*/ 1660183 w 2095945"/>
              <a:gd name="connsiteY47" fmla="*/ 1627121 h 2849554"/>
              <a:gd name="connsiteX48" fmla="*/ 1659758 w 2095945"/>
              <a:gd name="connsiteY48" fmla="*/ 1626837 h 2849554"/>
              <a:gd name="connsiteX49" fmla="*/ 1659758 w 2095945"/>
              <a:gd name="connsiteY49" fmla="*/ 1626837 h 2849554"/>
              <a:gd name="connsiteX50" fmla="*/ 1659332 w 2095945"/>
              <a:gd name="connsiteY50" fmla="*/ 1626554 h 2849554"/>
              <a:gd name="connsiteX51" fmla="*/ 1659332 w 2095945"/>
              <a:gd name="connsiteY51" fmla="*/ 1626554 h 2849554"/>
              <a:gd name="connsiteX52" fmla="*/ 1658906 w 2095945"/>
              <a:gd name="connsiteY52" fmla="*/ 1626270 h 2849554"/>
              <a:gd name="connsiteX53" fmla="*/ 1658906 w 2095945"/>
              <a:gd name="connsiteY53" fmla="*/ 1626270 h 2849554"/>
              <a:gd name="connsiteX54" fmla="*/ 1658480 w 2095945"/>
              <a:gd name="connsiteY54" fmla="*/ 1625986 h 2849554"/>
              <a:gd name="connsiteX55" fmla="*/ 1658480 w 2095945"/>
              <a:gd name="connsiteY55" fmla="*/ 1625986 h 2849554"/>
              <a:gd name="connsiteX56" fmla="*/ 1658055 w 2095945"/>
              <a:gd name="connsiteY56" fmla="*/ 1625702 h 2849554"/>
              <a:gd name="connsiteX57" fmla="*/ 1658055 w 2095945"/>
              <a:gd name="connsiteY57" fmla="*/ 1625702 h 2849554"/>
              <a:gd name="connsiteX58" fmla="*/ 1657629 w 2095945"/>
              <a:gd name="connsiteY58" fmla="*/ 1625418 h 2849554"/>
              <a:gd name="connsiteX59" fmla="*/ 1657629 w 2095945"/>
              <a:gd name="connsiteY59" fmla="*/ 1625418 h 2849554"/>
              <a:gd name="connsiteX60" fmla="*/ 1657204 w 2095945"/>
              <a:gd name="connsiteY60" fmla="*/ 1625135 h 2849554"/>
              <a:gd name="connsiteX61" fmla="*/ 1657204 w 2095945"/>
              <a:gd name="connsiteY61" fmla="*/ 1625135 h 2849554"/>
              <a:gd name="connsiteX62" fmla="*/ 1656777 w 2095945"/>
              <a:gd name="connsiteY62" fmla="*/ 1624709 h 2849554"/>
              <a:gd name="connsiteX63" fmla="*/ 1656777 w 2095945"/>
              <a:gd name="connsiteY63" fmla="*/ 1624709 h 2849554"/>
              <a:gd name="connsiteX64" fmla="*/ 1656352 w 2095945"/>
              <a:gd name="connsiteY64" fmla="*/ 1624283 h 2849554"/>
              <a:gd name="connsiteX65" fmla="*/ 1656352 w 2095945"/>
              <a:gd name="connsiteY65" fmla="*/ 1624283 h 2849554"/>
              <a:gd name="connsiteX66" fmla="*/ 1655926 w 2095945"/>
              <a:gd name="connsiteY66" fmla="*/ 1623858 h 2849554"/>
              <a:gd name="connsiteX67" fmla="*/ 1655926 w 2095945"/>
              <a:gd name="connsiteY67" fmla="*/ 1623858 h 2849554"/>
              <a:gd name="connsiteX68" fmla="*/ 1655501 w 2095945"/>
              <a:gd name="connsiteY68" fmla="*/ 1623432 h 2849554"/>
              <a:gd name="connsiteX69" fmla="*/ 1655501 w 2095945"/>
              <a:gd name="connsiteY69" fmla="*/ 1623432 h 2849554"/>
              <a:gd name="connsiteX70" fmla="*/ 1655075 w 2095945"/>
              <a:gd name="connsiteY70" fmla="*/ 1623006 h 2849554"/>
              <a:gd name="connsiteX71" fmla="*/ 1655075 w 2095945"/>
              <a:gd name="connsiteY71" fmla="*/ 1623006 h 2849554"/>
              <a:gd name="connsiteX72" fmla="*/ 1654650 w 2095945"/>
              <a:gd name="connsiteY72" fmla="*/ 1622581 h 2849554"/>
              <a:gd name="connsiteX73" fmla="*/ 1654650 w 2095945"/>
              <a:gd name="connsiteY73" fmla="*/ 1622581 h 2849554"/>
              <a:gd name="connsiteX74" fmla="*/ 1669406 w 2095945"/>
              <a:gd name="connsiteY74" fmla="*/ 1393135 h 2849554"/>
              <a:gd name="connsiteX75" fmla="*/ 1708570 w 2095945"/>
              <a:gd name="connsiteY75" fmla="*/ 1129066 h 2849554"/>
              <a:gd name="connsiteX76" fmla="*/ 1718786 w 2095945"/>
              <a:gd name="connsiteY76" fmla="*/ 1094727 h 2849554"/>
              <a:gd name="connsiteX77" fmla="*/ 1718786 w 2095945"/>
              <a:gd name="connsiteY77" fmla="*/ 1094727 h 2849554"/>
              <a:gd name="connsiteX78" fmla="*/ 1718786 w 2095945"/>
              <a:gd name="connsiteY78" fmla="*/ 1094160 h 2849554"/>
              <a:gd name="connsiteX79" fmla="*/ 1718786 w 2095945"/>
              <a:gd name="connsiteY79" fmla="*/ 1094160 h 2849554"/>
              <a:gd name="connsiteX80" fmla="*/ 1718786 w 2095945"/>
              <a:gd name="connsiteY80" fmla="*/ 1093592 h 2849554"/>
              <a:gd name="connsiteX81" fmla="*/ 1718786 w 2095945"/>
              <a:gd name="connsiteY81" fmla="*/ 1093592 h 2849554"/>
              <a:gd name="connsiteX82" fmla="*/ 1718786 w 2095945"/>
              <a:gd name="connsiteY82" fmla="*/ 1092599 h 2849554"/>
              <a:gd name="connsiteX83" fmla="*/ 1718077 w 2095945"/>
              <a:gd name="connsiteY83" fmla="*/ 1092599 h 2849554"/>
              <a:gd name="connsiteX84" fmla="*/ 1718077 w 2095945"/>
              <a:gd name="connsiteY84" fmla="*/ 1092599 h 2849554"/>
              <a:gd name="connsiteX85" fmla="*/ 1863095 w 2095945"/>
              <a:gd name="connsiteY85" fmla="*/ 788516 h 2849554"/>
              <a:gd name="connsiteX86" fmla="*/ 2067282 w 2095945"/>
              <a:gd name="connsiteY86" fmla="*/ 622214 h 2849554"/>
              <a:gd name="connsiteX87" fmla="*/ 2067282 w 2095945"/>
              <a:gd name="connsiteY87" fmla="*/ 622214 h 2849554"/>
              <a:gd name="connsiteX88" fmla="*/ 2067992 w 2095945"/>
              <a:gd name="connsiteY88" fmla="*/ 620795 h 2849554"/>
              <a:gd name="connsiteX89" fmla="*/ 2067992 w 2095945"/>
              <a:gd name="connsiteY89" fmla="*/ 620795 h 2849554"/>
              <a:gd name="connsiteX90" fmla="*/ 2068702 w 2095945"/>
              <a:gd name="connsiteY90" fmla="*/ 619376 h 2849554"/>
              <a:gd name="connsiteX91" fmla="*/ 2068702 w 2095945"/>
              <a:gd name="connsiteY91" fmla="*/ 619376 h 2849554"/>
              <a:gd name="connsiteX92" fmla="*/ 2069411 w 2095945"/>
              <a:gd name="connsiteY92" fmla="*/ 617957 h 2849554"/>
              <a:gd name="connsiteX93" fmla="*/ 2069411 w 2095945"/>
              <a:gd name="connsiteY93" fmla="*/ 617957 h 2849554"/>
              <a:gd name="connsiteX94" fmla="*/ 2095804 w 2095945"/>
              <a:gd name="connsiteY94" fmla="*/ 573827 h 2849554"/>
              <a:gd name="connsiteX95" fmla="*/ 2095804 w 2095945"/>
              <a:gd name="connsiteY95" fmla="*/ 573827 h 2849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2095945" h="2849554">
                <a:moveTo>
                  <a:pt x="2095946" y="573685"/>
                </a:moveTo>
                <a:cubicBezTo>
                  <a:pt x="2082040" y="558928"/>
                  <a:pt x="2066573" y="543320"/>
                  <a:pt x="2053661" y="530407"/>
                </a:cubicBezTo>
                <a:cubicBezTo>
                  <a:pt x="1856567" y="530407"/>
                  <a:pt x="1598316" y="420296"/>
                  <a:pt x="1452022" y="420296"/>
                </a:cubicBezTo>
                <a:cubicBezTo>
                  <a:pt x="1374830" y="439594"/>
                  <a:pt x="1406048" y="474784"/>
                  <a:pt x="1350425" y="530407"/>
                </a:cubicBezTo>
                <a:cubicBezTo>
                  <a:pt x="1286997" y="530407"/>
                  <a:pt x="1360073" y="462581"/>
                  <a:pt x="1291111" y="462581"/>
                </a:cubicBezTo>
                <a:cubicBezTo>
                  <a:pt x="1291111" y="510684"/>
                  <a:pt x="1248827" y="573543"/>
                  <a:pt x="1248827" y="615119"/>
                </a:cubicBezTo>
                <a:cubicBezTo>
                  <a:pt x="1212076" y="615119"/>
                  <a:pt x="1191643" y="682945"/>
                  <a:pt x="1147087" y="682945"/>
                </a:cubicBezTo>
                <a:cubicBezTo>
                  <a:pt x="1147087" y="626471"/>
                  <a:pt x="1168514" y="420296"/>
                  <a:pt x="1248827" y="420296"/>
                </a:cubicBezTo>
                <a:cubicBezTo>
                  <a:pt x="1248827" y="403410"/>
                  <a:pt x="1257341" y="386383"/>
                  <a:pt x="1257341" y="369497"/>
                </a:cubicBezTo>
                <a:cubicBezTo>
                  <a:pt x="1214913" y="369497"/>
                  <a:pt x="1189514" y="411924"/>
                  <a:pt x="1155601" y="411924"/>
                </a:cubicBezTo>
                <a:cubicBezTo>
                  <a:pt x="1155601" y="354740"/>
                  <a:pt x="1214913" y="341686"/>
                  <a:pt x="1214913" y="293299"/>
                </a:cubicBezTo>
                <a:cubicBezTo>
                  <a:pt x="1244854" y="221641"/>
                  <a:pt x="1044213" y="138207"/>
                  <a:pt x="994691" y="123875"/>
                </a:cubicBezTo>
                <a:cubicBezTo>
                  <a:pt x="994691" y="168005"/>
                  <a:pt x="1003205" y="199364"/>
                  <a:pt x="1003205" y="242500"/>
                </a:cubicBezTo>
                <a:cubicBezTo>
                  <a:pt x="939351" y="306495"/>
                  <a:pt x="948149" y="94219"/>
                  <a:pt x="935379" y="81590"/>
                </a:cubicBezTo>
                <a:cubicBezTo>
                  <a:pt x="887701" y="81590"/>
                  <a:pt x="884580" y="75063"/>
                  <a:pt x="884580" y="39163"/>
                </a:cubicBezTo>
                <a:cubicBezTo>
                  <a:pt x="814767" y="39163"/>
                  <a:pt x="786388" y="6527"/>
                  <a:pt x="741975" y="0"/>
                </a:cubicBezTo>
                <a:lnTo>
                  <a:pt x="738710" y="12629"/>
                </a:lnTo>
                <a:cubicBezTo>
                  <a:pt x="738710" y="13338"/>
                  <a:pt x="714163" y="36751"/>
                  <a:pt x="695290" y="71658"/>
                </a:cubicBezTo>
                <a:cubicBezTo>
                  <a:pt x="675141" y="108976"/>
                  <a:pt x="680107" y="177086"/>
                  <a:pt x="679256" y="196242"/>
                </a:cubicBezTo>
                <a:cubicBezTo>
                  <a:pt x="668898" y="418735"/>
                  <a:pt x="643782" y="287481"/>
                  <a:pt x="609443" y="374605"/>
                </a:cubicBezTo>
                <a:cubicBezTo>
                  <a:pt x="595112" y="410931"/>
                  <a:pt x="609301" y="464851"/>
                  <a:pt x="602349" y="464851"/>
                </a:cubicBezTo>
                <a:lnTo>
                  <a:pt x="602349" y="479183"/>
                </a:lnTo>
                <a:cubicBezTo>
                  <a:pt x="536225" y="479183"/>
                  <a:pt x="367085" y="960352"/>
                  <a:pt x="265062" y="1067767"/>
                </a:cubicBezTo>
                <a:cubicBezTo>
                  <a:pt x="228736" y="1106079"/>
                  <a:pt x="99469" y="1185683"/>
                  <a:pt x="23413" y="1242725"/>
                </a:cubicBezTo>
                <a:cubicBezTo>
                  <a:pt x="18588" y="1246414"/>
                  <a:pt x="8656" y="1255070"/>
                  <a:pt x="0" y="1262732"/>
                </a:cubicBezTo>
                <a:cubicBezTo>
                  <a:pt x="5392" y="1272523"/>
                  <a:pt x="36893" y="1251522"/>
                  <a:pt x="126430" y="1282598"/>
                </a:cubicBezTo>
                <a:cubicBezTo>
                  <a:pt x="201777" y="1319633"/>
                  <a:pt x="284927" y="1405054"/>
                  <a:pt x="284927" y="1489908"/>
                </a:cubicBezTo>
                <a:cubicBezTo>
                  <a:pt x="304509" y="1489908"/>
                  <a:pt x="284927" y="1682319"/>
                  <a:pt x="284927" y="1703319"/>
                </a:cubicBezTo>
                <a:cubicBezTo>
                  <a:pt x="279961" y="1703319"/>
                  <a:pt x="199648" y="1899278"/>
                  <a:pt x="199648" y="1904528"/>
                </a:cubicBezTo>
                <a:cubicBezTo>
                  <a:pt x="307347" y="2012227"/>
                  <a:pt x="296705" y="2154548"/>
                  <a:pt x="522745" y="2154548"/>
                </a:cubicBezTo>
                <a:cubicBezTo>
                  <a:pt x="522745" y="2208469"/>
                  <a:pt x="559355" y="2248768"/>
                  <a:pt x="559355" y="2300843"/>
                </a:cubicBezTo>
                <a:cubicBezTo>
                  <a:pt x="469534" y="2300843"/>
                  <a:pt x="433634" y="2355615"/>
                  <a:pt x="425263" y="2444158"/>
                </a:cubicBezTo>
                <a:cubicBezTo>
                  <a:pt x="420580" y="2492687"/>
                  <a:pt x="560631" y="2849555"/>
                  <a:pt x="699548" y="2849555"/>
                </a:cubicBezTo>
                <a:cubicBezTo>
                  <a:pt x="727643" y="2804432"/>
                  <a:pt x="760137" y="2652887"/>
                  <a:pt x="759001" y="2585345"/>
                </a:cubicBezTo>
                <a:cubicBezTo>
                  <a:pt x="757441" y="2488146"/>
                  <a:pt x="694014" y="2557533"/>
                  <a:pt x="713453" y="2399887"/>
                </a:cubicBezTo>
                <a:cubicBezTo>
                  <a:pt x="829524" y="2275018"/>
                  <a:pt x="851093" y="2162920"/>
                  <a:pt x="912533" y="2065154"/>
                </a:cubicBezTo>
                <a:cubicBezTo>
                  <a:pt x="973974" y="1967388"/>
                  <a:pt x="1021368" y="2022018"/>
                  <a:pt x="1101255" y="1978597"/>
                </a:cubicBezTo>
                <a:cubicBezTo>
                  <a:pt x="1124384" y="1965968"/>
                  <a:pt x="1306436" y="1814424"/>
                  <a:pt x="1306436" y="1808606"/>
                </a:cubicBezTo>
                <a:cubicBezTo>
                  <a:pt x="1343755" y="1808606"/>
                  <a:pt x="1390723" y="1796687"/>
                  <a:pt x="1474725" y="1796687"/>
                </a:cubicBezTo>
                <a:cubicBezTo>
                  <a:pt x="1474725" y="1869621"/>
                  <a:pt x="1695657" y="1820525"/>
                  <a:pt x="1704454" y="1681893"/>
                </a:cubicBezTo>
                <a:cubicBezTo>
                  <a:pt x="1704596" y="1679480"/>
                  <a:pt x="1680900" y="1636202"/>
                  <a:pt x="1661460" y="1627973"/>
                </a:cubicBezTo>
                <a:lnTo>
                  <a:pt x="1661460" y="1627973"/>
                </a:lnTo>
                <a:cubicBezTo>
                  <a:pt x="1661460" y="1627973"/>
                  <a:pt x="1661034" y="1627689"/>
                  <a:pt x="1661034" y="1627689"/>
                </a:cubicBezTo>
                <a:lnTo>
                  <a:pt x="1661034" y="1627689"/>
                </a:lnTo>
                <a:cubicBezTo>
                  <a:pt x="1661034" y="1627689"/>
                  <a:pt x="1660609" y="1627405"/>
                  <a:pt x="1660609" y="1627405"/>
                </a:cubicBezTo>
                <a:lnTo>
                  <a:pt x="1660609" y="1627405"/>
                </a:lnTo>
                <a:lnTo>
                  <a:pt x="1660183" y="1627121"/>
                </a:lnTo>
                <a:lnTo>
                  <a:pt x="1660183" y="1627121"/>
                </a:lnTo>
                <a:cubicBezTo>
                  <a:pt x="1660183" y="1627121"/>
                  <a:pt x="1659758" y="1626837"/>
                  <a:pt x="1659758" y="1626837"/>
                </a:cubicBezTo>
                <a:lnTo>
                  <a:pt x="1659758" y="1626837"/>
                </a:lnTo>
                <a:cubicBezTo>
                  <a:pt x="1659758" y="1626837"/>
                  <a:pt x="1659332" y="1626554"/>
                  <a:pt x="1659332" y="1626554"/>
                </a:cubicBezTo>
                <a:lnTo>
                  <a:pt x="1659332" y="1626554"/>
                </a:lnTo>
                <a:cubicBezTo>
                  <a:pt x="1659332" y="1626554"/>
                  <a:pt x="1658906" y="1626270"/>
                  <a:pt x="1658906" y="1626270"/>
                </a:cubicBezTo>
                <a:lnTo>
                  <a:pt x="1658906" y="1626270"/>
                </a:lnTo>
                <a:cubicBezTo>
                  <a:pt x="1658906" y="1626270"/>
                  <a:pt x="1658480" y="1625986"/>
                  <a:pt x="1658480" y="1625986"/>
                </a:cubicBezTo>
                <a:lnTo>
                  <a:pt x="1658480" y="1625986"/>
                </a:lnTo>
                <a:cubicBezTo>
                  <a:pt x="1658480" y="1625986"/>
                  <a:pt x="1658055" y="1625702"/>
                  <a:pt x="1658055" y="1625702"/>
                </a:cubicBezTo>
                <a:lnTo>
                  <a:pt x="1658055" y="1625702"/>
                </a:lnTo>
                <a:cubicBezTo>
                  <a:pt x="1658055" y="1625702"/>
                  <a:pt x="1657629" y="1625418"/>
                  <a:pt x="1657629" y="1625418"/>
                </a:cubicBezTo>
                <a:lnTo>
                  <a:pt x="1657629" y="1625418"/>
                </a:lnTo>
                <a:cubicBezTo>
                  <a:pt x="1657629" y="1625418"/>
                  <a:pt x="1657204" y="1625135"/>
                  <a:pt x="1657204" y="1625135"/>
                </a:cubicBezTo>
                <a:lnTo>
                  <a:pt x="1657204" y="1625135"/>
                </a:lnTo>
                <a:cubicBezTo>
                  <a:pt x="1657204" y="1625135"/>
                  <a:pt x="1656777" y="1624709"/>
                  <a:pt x="1656777" y="1624709"/>
                </a:cubicBezTo>
                <a:lnTo>
                  <a:pt x="1656777" y="1624709"/>
                </a:lnTo>
                <a:cubicBezTo>
                  <a:pt x="1656777" y="1624709"/>
                  <a:pt x="1656352" y="1624283"/>
                  <a:pt x="1656352" y="1624283"/>
                </a:cubicBezTo>
                <a:lnTo>
                  <a:pt x="1656352" y="1624283"/>
                </a:lnTo>
                <a:cubicBezTo>
                  <a:pt x="1656352" y="1624283"/>
                  <a:pt x="1655926" y="1623858"/>
                  <a:pt x="1655926" y="1623858"/>
                </a:cubicBezTo>
                <a:lnTo>
                  <a:pt x="1655926" y="1623858"/>
                </a:lnTo>
                <a:lnTo>
                  <a:pt x="1655501" y="1623432"/>
                </a:lnTo>
                <a:lnTo>
                  <a:pt x="1655501" y="1623432"/>
                </a:lnTo>
                <a:cubicBezTo>
                  <a:pt x="1655501" y="1623432"/>
                  <a:pt x="1655075" y="1623006"/>
                  <a:pt x="1655075" y="1623006"/>
                </a:cubicBezTo>
                <a:lnTo>
                  <a:pt x="1655075" y="1623006"/>
                </a:lnTo>
                <a:cubicBezTo>
                  <a:pt x="1655075" y="1623006"/>
                  <a:pt x="1654650" y="1622581"/>
                  <a:pt x="1654650" y="1622581"/>
                </a:cubicBezTo>
                <a:lnTo>
                  <a:pt x="1654650" y="1622581"/>
                </a:lnTo>
                <a:cubicBezTo>
                  <a:pt x="1617614" y="1580437"/>
                  <a:pt x="1626128" y="1459684"/>
                  <a:pt x="1669406" y="1393135"/>
                </a:cubicBezTo>
                <a:cubicBezTo>
                  <a:pt x="1750003" y="1269118"/>
                  <a:pt x="1684305" y="1151202"/>
                  <a:pt x="1708570" y="1129066"/>
                </a:cubicBezTo>
                <a:cubicBezTo>
                  <a:pt x="1714813" y="1122823"/>
                  <a:pt x="1718503" y="1103809"/>
                  <a:pt x="1718786" y="1094727"/>
                </a:cubicBezTo>
                <a:lnTo>
                  <a:pt x="1718786" y="1094727"/>
                </a:lnTo>
                <a:lnTo>
                  <a:pt x="1718786" y="1094160"/>
                </a:lnTo>
                <a:lnTo>
                  <a:pt x="1718786" y="1094160"/>
                </a:lnTo>
                <a:lnTo>
                  <a:pt x="1718786" y="1093592"/>
                </a:lnTo>
                <a:lnTo>
                  <a:pt x="1718786" y="1093592"/>
                </a:lnTo>
                <a:lnTo>
                  <a:pt x="1718786" y="1092599"/>
                </a:lnTo>
                <a:lnTo>
                  <a:pt x="1718077" y="1092599"/>
                </a:lnTo>
                <a:cubicBezTo>
                  <a:pt x="1718077" y="1092599"/>
                  <a:pt x="1718077" y="1092599"/>
                  <a:pt x="1718077" y="1092599"/>
                </a:cubicBezTo>
                <a:cubicBezTo>
                  <a:pt x="1687995" y="1088626"/>
                  <a:pt x="1723043" y="834632"/>
                  <a:pt x="1863095" y="788516"/>
                </a:cubicBezTo>
                <a:cubicBezTo>
                  <a:pt x="1934326" y="764961"/>
                  <a:pt x="2028829" y="688621"/>
                  <a:pt x="2067282" y="622214"/>
                </a:cubicBezTo>
                <a:lnTo>
                  <a:pt x="2067282" y="622214"/>
                </a:lnTo>
                <a:lnTo>
                  <a:pt x="2067992" y="620795"/>
                </a:lnTo>
                <a:lnTo>
                  <a:pt x="2067992" y="620795"/>
                </a:lnTo>
                <a:lnTo>
                  <a:pt x="2068702" y="619376"/>
                </a:lnTo>
                <a:lnTo>
                  <a:pt x="2068702" y="619376"/>
                </a:lnTo>
                <a:lnTo>
                  <a:pt x="2069411" y="617957"/>
                </a:lnTo>
                <a:lnTo>
                  <a:pt x="2069411" y="617957"/>
                </a:lnTo>
                <a:lnTo>
                  <a:pt x="2095804" y="573827"/>
                </a:lnTo>
                <a:lnTo>
                  <a:pt x="2095804" y="573827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FEC001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67A34D6-4EA5-1AF6-2D0D-C59098DC08A6}"/>
              </a:ext>
            </a:extLst>
          </p:cNvPr>
          <p:cNvSpPr txBox="1"/>
          <p:nvPr/>
        </p:nvSpPr>
        <p:spPr>
          <a:xfrm>
            <a:off x="14401652" y="10688160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>
                <a:solidFill>
                  <a:schemeClr val="bg1"/>
                </a:solidFill>
              </a:rPr>
              <a:t>MA</a:t>
            </a:r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6AE3D60D-B2AD-78A9-E685-6E7C63E3EB31}"/>
              </a:ext>
            </a:extLst>
          </p:cNvPr>
          <p:cNvSpPr/>
          <p:nvPr/>
        </p:nvSpPr>
        <p:spPr>
          <a:xfrm>
            <a:off x="15941106" y="10241808"/>
            <a:ext cx="1247575" cy="1597607"/>
          </a:xfrm>
          <a:custGeom>
            <a:avLst/>
            <a:gdLst>
              <a:gd name="connsiteX0" fmla="*/ 1245704 w 1247575"/>
              <a:gd name="connsiteY0" fmla="*/ 695404 h 1597607"/>
              <a:gd name="connsiteX1" fmla="*/ 1027326 w 1247575"/>
              <a:gd name="connsiteY1" fmla="*/ 469505 h 1597607"/>
              <a:gd name="connsiteX2" fmla="*/ 745805 w 1247575"/>
              <a:gd name="connsiteY2" fmla="*/ 195504 h 1597607"/>
              <a:gd name="connsiteX3" fmla="*/ 500041 w 1247575"/>
              <a:gd name="connsiteY3" fmla="*/ 76879 h 1597607"/>
              <a:gd name="connsiteX4" fmla="*/ 12061 w 1247575"/>
              <a:gd name="connsiteY4" fmla="*/ 3235 h 1597607"/>
              <a:gd name="connsiteX5" fmla="*/ 12061 w 1247575"/>
              <a:gd name="connsiteY5" fmla="*/ 3235 h 1597607"/>
              <a:gd name="connsiteX6" fmla="*/ 0 w 1247575"/>
              <a:gd name="connsiteY6" fmla="*/ 180747 h 1597607"/>
              <a:gd name="connsiteX7" fmla="*/ 88968 w 1247575"/>
              <a:gd name="connsiteY7" fmla="*/ 480857 h 1597607"/>
              <a:gd name="connsiteX8" fmla="*/ 61157 w 1247575"/>
              <a:gd name="connsiteY8" fmla="*/ 597637 h 1597607"/>
              <a:gd name="connsiteX9" fmla="*/ 155659 w 1247575"/>
              <a:gd name="connsiteY9" fmla="*/ 981182 h 1597607"/>
              <a:gd name="connsiteX10" fmla="*/ 200215 w 1247575"/>
              <a:gd name="connsiteY10" fmla="*/ 1231345 h 1597607"/>
              <a:gd name="connsiteX11" fmla="*/ 250162 w 1247575"/>
              <a:gd name="connsiteY11" fmla="*/ 1348125 h 1597607"/>
              <a:gd name="connsiteX12" fmla="*/ 212560 w 1247575"/>
              <a:gd name="connsiteY12" fmla="*/ 1404742 h 1597607"/>
              <a:gd name="connsiteX13" fmla="*/ 220931 w 1247575"/>
              <a:gd name="connsiteY13" fmla="*/ 1419215 h 1597607"/>
              <a:gd name="connsiteX14" fmla="*/ 559921 w 1247575"/>
              <a:gd name="connsiteY14" fmla="*/ 1488177 h 1597607"/>
              <a:gd name="connsiteX15" fmla="*/ 777448 w 1247575"/>
              <a:gd name="connsiteY15" fmla="*/ 1560685 h 1597607"/>
              <a:gd name="connsiteX16" fmla="*/ 777448 w 1247575"/>
              <a:gd name="connsiteY16" fmla="*/ 1329962 h 1597607"/>
              <a:gd name="connsiteX17" fmla="*/ 849956 w 1247575"/>
              <a:gd name="connsiteY17" fmla="*/ 1171748 h 1597607"/>
              <a:gd name="connsiteX18" fmla="*/ 1245562 w 1247575"/>
              <a:gd name="connsiteY18" fmla="*/ 695262 h 1597607"/>
              <a:gd name="connsiteX19" fmla="*/ 1245562 w 1247575"/>
              <a:gd name="connsiteY19" fmla="*/ 695262 h 1597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47575" h="1597607">
                <a:moveTo>
                  <a:pt x="1245704" y="695404"/>
                </a:moveTo>
                <a:cubicBezTo>
                  <a:pt x="1245704" y="630557"/>
                  <a:pt x="1079402" y="528676"/>
                  <a:pt x="1027326" y="469505"/>
                </a:cubicBezTo>
                <a:cubicBezTo>
                  <a:pt x="959216" y="391888"/>
                  <a:pt x="842294" y="195504"/>
                  <a:pt x="745805" y="195504"/>
                </a:cubicBezTo>
                <a:cubicBezTo>
                  <a:pt x="745805" y="182166"/>
                  <a:pt x="501886" y="76879"/>
                  <a:pt x="500041" y="76879"/>
                </a:cubicBezTo>
                <a:cubicBezTo>
                  <a:pt x="500041" y="-34083"/>
                  <a:pt x="103300" y="9762"/>
                  <a:pt x="12061" y="3235"/>
                </a:cubicBezTo>
                <a:lnTo>
                  <a:pt x="12061" y="3235"/>
                </a:lnTo>
                <a:cubicBezTo>
                  <a:pt x="10358" y="66946"/>
                  <a:pt x="0" y="132502"/>
                  <a:pt x="0" y="180747"/>
                </a:cubicBezTo>
                <a:cubicBezTo>
                  <a:pt x="0" y="286318"/>
                  <a:pt x="88968" y="347475"/>
                  <a:pt x="88968" y="480857"/>
                </a:cubicBezTo>
                <a:cubicBezTo>
                  <a:pt x="88968" y="519736"/>
                  <a:pt x="61157" y="524845"/>
                  <a:pt x="61157" y="597637"/>
                </a:cubicBezTo>
                <a:cubicBezTo>
                  <a:pt x="61157" y="670430"/>
                  <a:pt x="155659" y="939890"/>
                  <a:pt x="155659" y="981182"/>
                </a:cubicBezTo>
                <a:cubicBezTo>
                  <a:pt x="155659" y="1047873"/>
                  <a:pt x="166728" y="1197999"/>
                  <a:pt x="200215" y="1231345"/>
                </a:cubicBezTo>
                <a:cubicBezTo>
                  <a:pt x="211282" y="1242413"/>
                  <a:pt x="277974" y="1320314"/>
                  <a:pt x="250162" y="1348125"/>
                </a:cubicBezTo>
                <a:cubicBezTo>
                  <a:pt x="235547" y="1362882"/>
                  <a:pt x="222776" y="1382606"/>
                  <a:pt x="212560" y="1404742"/>
                </a:cubicBezTo>
                <a:cubicBezTo>
                  <a:pt x="219371" y="1409708"/>
                  <a:pt x="222635" y="1414533"/>
                  <a:pt x="220931" y="1419215"/>
                </a:cubicBezTo>
                <a:cubicBezTo>
                  <a:pt x="302096" y="1474129"/>
                  <a:pt x="406247" y="1488177"/>
                  <a:pt x="559921" y="1488177"/>
                </a:cubicBezTo>
                <a:cubicBezTo>
                  <a:pt x="559921" y="1593605"/>
                  <a:pt x="704939" y="1633194"/>
                  <a:pt x="777448" y="1560685"/>
                </a:cubicBezTo>
                <a:cubicBezTo>
                  <a:pt x="889546" y="1448588"/>
                  <a:pt x="724662" y="1435391"/>
                  <a:pt x="777448" y="1329962"/>
                </a:cubicBezTo>
                <a:cubicBezTo>
                  <a:pt x="797171" y="1283846"/>
                  <a:pt x="849956" y="1217865"/>
                  <a:pt x="849956" y="1171748"/>
                </a:cubicBezTo>
                <a:cubicBezTo>
                  <a:pt x="849956" y="1069725"/>
                  <a:pt x="1280469" y="704769"/>
                  <a:pt x="1245562" y="695262"/>
                </a:cubicBezTo>
                <a:lnTo>
                  <a:pt x="1245562" y="695262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00B0F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E183C17B-1FAF-A033-75A5-C34514ECF087}"/>
              </a:ext>
            </a:extLst>
          </p:cNvPr>
          <p:cNvSpPr/>
          <p:nvPr/>
        </p:nvSpPr>
        <p:spPr>
          <a:xfrm>
            <a:off x="14263896" y="12081177"/>
            <a:ext cx="2759450" cy="3156759"/>
          </a:xfrm>
          <a:custGeom>
            <a:avLst/>
            <a:gdLst>
              <a:gd name="connsiteX0" fmla="*/ 1897717 w 2759450"/>
              <a:gd name="connsiteY0" fmla="*/ 3156759 h 3156759"/>
              <a:gd name="connsiteX1" fmla="*/ 1897717 w 2759450"/>
              <a:gd name="connsiteY1" fmla="*/ 3151793 h 3156759"/>
              <a:gd name="connsiteX2" fmla="*/ 2092539 w 2759450"/>
              <a:gd name="connsiteY2" fmla="*/ 2821317 h 3156759"/>
              <a:gd name="connsiteX3" fmla="*/ 2235145 w 2759450"/>
              <a:gd name="connsiteY3" fmla="*/ 2208894 h 3156759"/>
              <a:gd name="connsiteX4" fmla="*/ 2321276 w 2759450"/>
              <a:gd name="connsiteY4" fmla="*/ 1440244 h 3156759"/>
              <a:gd name="connsiteX5" fmla="*/ 2278849 w 2759450"/>
              <a:gd name="connsiteY5" fmla="*/ 1321619 h 3156759"/>
              <a:gd name="connsiteX6" fmla="*/ 2397474 w 2759450"/>
              <a:gd name="connsiteY6" fmla="*/ 1321619 h 3156759"/>
              <a:gd name="connsiteX7" fmla="*/ 2355047 w 2759450"/>
              <a:gd name="connsiteY7" fmla="*/ 1440244 h 3156759"/>
              <a:gd name="connsiteX8" fmla="*/ 2759451 w 2759450"/>
              <a:gd name="connsiteY8" fmla="*/ 1002353 h 3156759"/>
              <a:gd name="connsiteX9" fmla="*/ 2544195 w 2759450"/>
              <a:gd name="connsiteY9" fmla="*/ 716149 h 3156759"/>
              <a:gd name="connsiteX10" fmla="*/ 2685523 w 2759450"/>
              <a:gd name="connsiteY10" fmla="*/ 565455 h 3156759"/>
              <a:gd name="connsiteX11" fmla="*/ 2567749 w 2759450"/>
              <a:gd name="connsiteY11" fmla="*/ 311036 h 3156759"/>
              <a:gd name="connsiteX12" fmla="*/ 2252030 w 2759450"/>
              <a:gd name="connsiteY12" fmla="*/ 0 h 3156759"/>
              <a:gd name="connsiteX13" fmla="*/ 1818538 w 2759450"/>
              <a:gd name="connsiteY13" fmla="*/ 226182 h 3156759"/>
              <a:gd name="connsiteX14" fmla="*/ 1785618 w 2759450"/>
              <a:gd name="connsiteY14" fmla="*/ 113091 h 3156759"/>
              <a:gd name="connsiteX15" fmla="*/ 1643155 w 2759450"/>
              <a:gd name="connsiteY15" fmla="*/ 21284 h 3156759"/>
              <a:gd name="connsiteX16" fmla="*/ 1614067 w 2759450"/>
              <a:gd name="connsiteY16" fmla="*/ 72934 h 3156759"/>
              <a:gd name="connsiteX17" fmla="*/ 1182561 w 2759450"/>
              <a:gd name="connsiteY17" fmla="*/ 273291 h 3156759"/>
              <a:gd name="connsiteX18" fmla="*/ 994123 w 2759450"/>
              <a:gd name="connsiteY18" fmla="*/ 174390 h 3156759"/>
              <a:gd name="connsiteX19" fmla="*/ 866984 w 2759450"/>
              <a:gd name="connsiteY19" fmla="*/ 339273 h 3156759"/>
              <a:gd name="connsiteX20" fmla="*/ 895221 w 2759450"/>
              <a:gd name="connsiteY20" fmla="*/ 428809 h 3156759"/>
              <a:gd name="connsiteX21" fmla="*/ 433492 w 2759450"/>
              <a:gd name="connsiteY21" fmla="*/ 650309 h 3156759"/>
              <a:gd name="connsiteX22" fmla="*/ 254277 w 2759450"/>
              <a:gd name="connsiteY22" fmla="*/ 485426 h 3156759"/>
              <a:gd name="connsiteX23" fmla="*/ 242358 w 2759450"/>
              <a:gd name="connsiteY23" fmla="*/ 490534 h 3156759"/>
              <a:gd name="connsiteX24" fmla="*/ 80030 w 2759450"/>
              <a:gd name="connsiteY24" fmla="*/ 617247 h 3156759"/>
              <a:gd name="connsiteX25" fmla="*/ 0 w 2759450"/>
              <a:gd name="connsiteY25" fmla="*/ 819875 h 3156759"/>
              <a:gd name="connsiteX26" fmla="*/ 113091 w 2759450"/>
              <a:gd name="connsiteY26" fmla="*/ 824557 h 3156759"/>
              <a:gd name="connsiteX27" fmla="*/ 80171 w 2759450"/>
              <a:gd name="connsiteY27" fmla="*/ 876349 h 3156759"/>
              <a:gd name="connsiteX28" fmla="*/ 113091 w 2759450"/>
              <a:gd name="connsiteY28" fmla="*/ 951696 h 3156759"/>
              <a:gd name="connsiteX29" fmla="*/ 113091 w 2759450"/>
              <a:gd name="connsiteY29" fmla="*/ 1003488 h 3156759"/>
              <a:gd name="connsiteX30" fmla="*/ 73218 w 2759450"/>
              <a:gd name="connsiteY30" fmla="*/ 1042651 h 3156759"/>
              <a:gd name="connsiteX31" fmla="*/ 86272 w 2759450"/>
              <a:gd name="connsiteY31" fmla="*/ 1212501 h 3156759"/>
              <a:gd name="connsiteX32" fmla="*/ 125436 w 2759450"/>
              <a:gd name="connsiteY32" fmla="*/ 1256063 h 3156759"/>
              <a:gd name="connsiteX33" fmla="*/ 103726 w 2759450"/>
              <a:gd name="connsiteY33" fmla="*/ 1360498 h 3156759"/>
              <a:gd name="connsiteX34" fmla="*/ 41575 w 2759450"/>
              <a:gd name="connsiteY34" fmla="*/ 1530348 h 3156759"/>
              <a:gd name="connsiteX35" fmla="*/ 132956 w 2759450"/>
              <a:gd name="connsiteY35" fmla="*/ 1822086 h 3156759"/>
              <a:gd name="connsiteX36" fmla="*/ 81022 w 2759450"/>
              <a:gd name="connsiteY36" fmla="*/ 1875297 h 3156759"/>
              <a:gd name="connsiteX37" fmla="*/ 99185 w 2759450"/>
              <a:gd name="connsiteY37" fmla="*/ 1892182 h 3156759"/>
              <a:gd name="connsiteX38" fmla="*/ 106422 w 2759450"/>
              <a:gd name="connsiteY38" fmla="*/ 1943265 h 3156759"/>
              <a:gd name="connsiteX39" fmla="*/ 205040 w 2759450"/>
              <a:gd name="connsiteY39" fmla="*/ 1932339 h 3156759"/>
              <a:gd name="connsiteX40" fmla="*/ 665066 w 2759450"/>
              <a:gd name="connsiteY40" fmla="*/ 1713252 h 3156759"/>
              <a:gd name="connsiteX41" fmla="*/ 763684 w 2759450"/>
              <a:gd name="connsiteY41" fmla="*/ 1852026 h 3156759"/>
              <a:gd name="connsiteX42" fmla="*/ 979082 w 2759450"/>
              <a:gd name="connsiteY42" fmla="*/ 1848337 h 3156759"/>
              <a:gd name="connsiteX43" fmla="*/ 1289409 w 2759450"/>
              <a:gd name="connsiteY43" fmla="*/ 2041883 h 3156759"/>
              <a:gd name="connsiteX44" fmla="*/ 1548653 w 2759450"/>
              <a:gd name="connsiteY44" fmla="*/ 2257281 h 3156759"/>
              <a:gd name="connsiteX45" fmla="*/ 1815133 w 2759450"/>
              <a:gd name="connsiteY45" fmla="*/ 2282822 h 3156759"/>
              <a:gd name="connsiteX46" fmla="*/ 1910061 w 2759450"/>
              <a:gd name="connsiteY46" fmla="*/ 2344831 h 3156759"/>
              <a:gd name="connsiteX47" fmla="*/ 1793281 w 2759450"/>
              <a:gd name="connsiteY47" fmla="*/ 2629616 h 3156759"/>
              <a:gd name="connsiteX48" fmla="*/ 1767739 w 2759450"/>
              <a:gd name="connsiteY48" fmla="*/ 2877792 h 3156759"/>
              <a:gd name="connsiteX49" fmla="*/ 1773558 w 2759450"/>
              <a:gd name="connsiteY49" fmla="*/ 2982653 h 3156759"/>
              <a:gd name="connsiteX50" fmla="*/ 1651527 w 2759450"/>
              <a:gd name="connsiteY50" fmla="*/ 2954842 h 3156759"/>
              <a:gd name="connsiteX51" fmla="*/ 1719920 w 2759450"/>
              <a:gd name="connsiteY51" fmla="*/ 3038844 h 3156759"/>
              <a:gd name="connsiteX52" fmla="*/ 1897859 w 2759450"/>
              <a:gd name="connsiteY52" fmla="*/ 3156617 h 3156759"/>
              <a:gd name="connsiteX53" fmla="*/ 1897859 w 2759450"/>
              <a:gd name="connsiteY53" fmla="*/ 3156617 h 3156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759450" h="3156759">
                <a:moveTo>
                  <a:pt x="1897717" y="3156759"/>
                </a:moveTo>
                <a:lnTo>
                  <a:pt x="1897717" y="3151793"/>
                </a:lnTo>
                <a:cubicBezTo>
                  <a:pt x="1897717" y="3151793"/>
                  <a:pt x="2092539" y="2902907"/>
                  <a:pt x="2092539" y="2821317"/>
                </a:cubicBezTo>
                <a:cubicBezTo>
                  <a:pt x="2042025" y="2821317"/>
                  <a:pt x="2238267" y="2327945"/>
                  <a:pt x="2235145" y="2208894"/>
                </a:cubicBezTo>
                <a:cubicBezTo>
                  <a:pt x="2230605" y="2038619"/>
                  <a:pt x="2221949" y="1440244"/>
                  <a:pt x="2321276" y="1440244"/>
                </a:cubicBezTo>
                <a:cubicBezTo>
                  <a:pt x="2321276" y="1328004"/>
                  <a:pt x="2278849" y="1434710"/>
                  <a:pt x="2278849" y="1321619"/>
                </a:cubicBezTo>
                <a:lnTo>
                  <a:pt x="2397474" y="1321619"/>
                </a:lnTo>
                <a:cubicBezTo>
                  <a:pt x="2397474" y="1372417"/>
                  <a:pt x="2355047" y="1406331"/>
                  <a:pt x="2355047" y="1440244"/>
                </a:cubicBezTo>
                <a:cubicBezTo>
                  <a:pt x="2544904" y="1440244"/>
                  <a:pt x="2659272" y="1190791"/>
                  <a:pt x="2759451" y="1002353"/>
                </a:cubicBezTo>
                <a:cubicBezTo>
                  <a:pt x="2626778" y="987454"/>
                  <a:pt x="2544195" y="834348"/>
                  <a:pt x="2544195" y="716149"/>
                </a:cubicBezTo>
                <a:cubicBezTo>
                  <a:pt x="2686233" y="716149"/>
                  <a:pt x="2660975" y="673154"/>
                  <a:pt x="2685523" y="565455"/>
                </a:cubicBezTo>
                <a:cubicBezTo>
                  <a:pt x="2710071" y="457615"/>
                  <a:pt x="2672468" y="311036"/>
                  <a:pt x="2567749" y="311036"/>
                </a:cubicBezTo>
                <a:cubicBezTo>
                  <a:pt x="2567749" y="92942"/>
                  <a:pt x="2252030" y="61866"/>
                  <a:pt x="2252030" y="0"/>
                </a:cubicBezTo>
                <a:cubicBezTo>
                  <a:pt x="2089276" y="0"/>
                  <a:pt x="1982712" y="226182"/>
                  <a:pt x="1818538" y="226182"/>
                </a:cubicBezTo>
                <a:cubicBezTo>
                  <a:pt x="1818538" y="221499"/>
                  <a:pt x="1785618" y="150835"/>
                  <a:pt x="1785618" y="113091"/>
                </a:cubicBezTo>
                <a:cubicBezTo>
                  <a:pt x="1777672" y="113091"/>
                  <a:pt x="1649966" y="24690"/>
                  <a:pt x="1643155" y="21284"/>
                </a:cubicBezTo>
                <a:cubicBezTo>
                  <a:pt x="1630668" y="36751"/>
                  <a:pt x="1620593" y="53778"/>
                  <a:pt x="1614067" y="72934"/>
                </a:cubicBezTo>
                <a:cubicBezTo>
                  <a:pt x="1543402" y="95921"/>
                  <a:pt x="1182561" y="259953"/>
                  <a:pt x="1182561" y="273291"/>
                </a:cubicBezTo>
                <a:cubicBezTo>
                  <a:pt x="1149215" y="273291"/>
                  <a:pt x="994123" y="206033"/>
                  <a:pt x="994123" y="174390"/>
                </a:cubicBezTo>
                <a:cubicBezTo>
                  <a:pt x="880464" y="174390"/>
                  <a:pt x="866984" y="249027"/>
                  <a:pt x="866984" y="339273"/>
                </a:cubicBezTo>
                <a:cubicBezTo>
                  <a:pt x="908986" y="339273"/>
                  <a:pt x="895221" y="410079"/>
                  <a:pt x="895221" y="428809"/>
                </a:cubicBezTo>
                <a:cubicBezTo>
                  <a:pt x="885005" y="428809"/>
                  <a:pt x="533529" y="750346"/>
                  <a:pt x="433492" y="650309"/>
                </a:cubicBezTo>
                <a:cubicBezTo>
                  <a:pt x="380139" y="596956"/>
                  <a:pt x="330475" y="485426"/>
                  <a:pt x="254277" y="485426"/>
                </a:cubicBezTo>
                <a:lnTo>
                  <a:pt x="242358" y="490534"/>
                </a:lnTo>
                <a:cubicBezTo>
                  <a:pt x="205749" y="515366"/>
                  <a:pt x="131112" y="580780"/>
                  <a:pt x="80030" y="617247"/>
                </a:cubicBezTo>
                <a:cubicBezTo>
                  <a:pt x="80030" y="694013"/>
                  <a:pt x="0" y="673864"/>
                  <a:pt x="0" y="819875"/>
                </a:cubicBezTo>
                <a:cubicBezTo>
                  <a:pt x="32352" y="852227"/>
                  <a:pt x="77191" y="824557"/>
                  <a:pt x="113091" y="824557"/>
                </a:cubicBezTo>
                <a:cubicBezTo>
                  <a:pt x="113091" y="866417"/>
                  <a:pt x="99894" y="861308"/>
                  <a:pt x="80171" y="876349"/>
                </a:cubicBezTo>
                <a:cubicBezTo>
                  <a:pt x="2838" y="876349"/>
                  <a:pt x="112523" y="951129"/>
                  <a:pt x="113091" y="951696"/>
                </a:cubicBezTo>
                <a:lnTo>
                  <a:pt x="113091" y="1003488"/>
                </a:lnTo>
                <a:cubicBezTo>
                  <a:pt x="104577" y="1012002"/>
                  <a:pt x="30649" y="1042651"/>
                  <a:pt x="73218" y="1042651"/>
                </a:cubicBezTo>
                <a:cubicBezTo>
                  <a:pt x="73218" y="1107924"/>
                  <a:pt x="86272" y="1142830"/>
                  <a:pt x="86272" y="1212501"/>
                </a:cubicBezTo>
                <a:cubicBezTo>
                  <a:pt x="86272" y="1234211"/>
                  <a:pt x="125436" y="1238610"/>
                  <a:pt x="125436" y="1256063"/>
                </a:cubicBezTo>
                <a:cubicBezTo>
                  <a:pt x="125436" y="1299625"/>
                  <a:pt x="64420" y="1321335"/>
                  <a:pt x="103726" y="1360498"/>
                </a:cubicBezTo>
                <a:cubicBezTo>
                  <a:pt x="147288" y="1404060"/>
                  <a:pt x="41575" y="1469333"/>
                  <a:pt x="41575" y="1530348"/>
                </a:cubicBezTo>
                <a:cubicBezTo>
                  <a:pt x="41575" y="1606404"/>
                  <a:pt x="176661" y="1778382"/>
                  <a:pt x="132956" y="1822086"/>
                </a:cubicBezTo>
                <a:cubicBezTo>
                  <a:pt x="103868" y="1850607"/>
                  <a:pt x="89252" y="1866925"/>
                  <a:pt x="81022" y="1875297"/>
                </a:cubicBezTo>
                <a:lnTo>
                  <a:pt x="99185" y="1892182"/>
                </a:lnTo>
                <a:cubicBezTo>
                  <a:pt x="99185" y="1910487"/>
                  <a:pt x="106422" y="1932339"/>
                  <a:pt x="106422" y="1943265"/>
                </a:cubicBezTo>
                <a:cubicBezTo>
                  <a:pt x="135653" y="1943265"/>
                  <a:pt x="179498" y="1932339"/>
                  <a:pt x="205040" y="1932339"/>
                </a:cubicBezTo>
                <a:cubicBezTo>
                  <a:pt x="251581" y="1932339"/>
                  <a:pt x="522461" y="1686008"/>
                  <a:pt x="665066" y="1713252"/>
                </a:cubicBezTo>
                <a:cubicBezTo>
                  <a:pt x="736156" y="1726874"/>
                  <a:pt x="763684" y="1783916"/>
                  <a:pt x="763684" y="1852026"/>
                </a:cubicBezTo>
                <a:cubicBezTo>
                  <a:pt x="792063" y="1852026"/>
                  <a:pt x="972129" y="1841384"/>
                  <a:pt x="979082" y="1848337"/>
                </a:cubicBezTo>
                <a:cubicBezTo>
                  <a:pt x="1032576" y="1901832"/>
                  <a:pt x="1239745" y="2041883"/>
                  <a:pt x="1289409" y="2041883"/>
                </a:cubicBezTo>
                <a:cubicBezTo>
                  <a:pt x="1480400" y="2041883"/>
                  <a:pt x="1447906" y="2156535"/>
                  <a:pt x="1548653" y="2257281"/>
                </a:cubicBezTo>
                <a:cubicBezTo>
                  <a:pt x="1708711" y="2257281"/>
                  <a:pt x="1583843" y="2225071"/>
                  <a:pt x="1815133" y="2282822"/>
                </a:cubicBezTo>
                <a:cubicBezTo>
                  <a:pt x="1836985" y="2290059"/>
                  <a:pt x="1895446" y="2344831"/>
                  <a:pt x="1910061" y="2344831"/>
                </a:cubicBezTo>
                <a:cubicBezTo>
                  <a:pt x="1973063" y="2495808"/>
                  <a:pt x="1793281" y="2504890"/>
                  <a:pt x="1793281" y="2629616"/>
                </a:cubicBezTo>
                <a:cubicBezTo>
                  <a:pt x="1612506" y="2629616"/>
                  <a:pt x="1726448" y="2877792"/>
                  <a:pt x="1767739" y="2877792"/>
                </a:cubicBezTo>
                <a:cubicBezTo>
                  <a:pt x="1767739" y="2912415"/>
                  <a:pt x="1770435" y="2949734"/>
                  <a:pt x="1773558" y="2982653"/>
                </a:cubicBezTo>
                <a:cubicBezTo>
                  <a:pt x="1736665" y="2966193"/>
                  <a:pt x="1695515" y="2956118"/>
                  <a:pt x="1651527" y="2954842"/>
                </a:cubicBezTo>
                <a:cubicBezTo>
                  <a:pt x="1669974" y="2964065"/>
                  <a:pt x="1701900" y="3020824"/>
                  <a:pt x="1719920" y="3038844"/>
                </a:cubicBezTo>
                <a:cubicBezTo>
                  <a:pt x="1780368" y="3099292"/>
                  <a:pt x="1835140" y="3139164"/>
                  <a:pt x="1897859" y="3156617"/>
                </a:cubicBezTo>
                <a:lnTo>
                  <a:pt x="1897859" y="3156617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FEC001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EB0D64FD-E87B-6AB0-F12A-30ED89AF38E1}"/>
              </a:ext>
            </a:extLst>
          </p:cNvPr>
          <p:cNvSpPr/>
          <p:nvPr/>
        </p:nvSpPr>
        <p:spPr>
          <a:xfrm>
            <a:off x="15907193" y="11661165"/>
            <a:ext cx="2034787" cy="694300"/>
          </a:xfrm>
          <a:custGeom>
            <a:avLst/>
            <a:gdLst>
              <a:gd name="connsiteX0" fmla="*/ 2016767 w 2034787"/>
              <a:gd name="connsiteY0" fmla="*/ 292731 h 694300"/>
              <a:gd name="connsiteX1" fmla="*/ 2034788 w 2034787"/>
              <a:gd name="connsiteY1" fmla="*/ 168288 h 694300"/>
              <a:gd name="connsiteX2" fmla="*/ 1975759 w 2034787"/>
              <a:gd name="connsiteY2" fmla="*/ 147146 h 694300"/>
              <a:gd name="connsiteX3" fmla="*/ 1795977 w 2034787"/>
              <a:gd name="connsiteY3" fmla="*/ 140051 h 694300"/>
              <a:gd name="connsiteX4" fmla="*/ 1485651 w 2034787"/>
              <a:gd name="connsiteY4" fmla="*/ 281096 h 694300"/>
              <a:gd name="connsiteX5" fmla="*/ 1404486 w 2034787"/>
              <a:gd name="connsiteY5" fmla="*/ 383403 h 694300"/>
              <a:gd name="connsiteX6" fmla="*/ 1273942 w 2034787"/>
              <a:gd name="connsiteY6" fmla="*/ 319975 h 694300"/>
              <a:gd name="connsiteX7" fmla="*/ 1393844 w 2034787"/>
              <a:gd name="connsiteY7" fmla="*/ 150693 h 694300"/>
              <a:gd name="connsiteX8" fmla="*/ 1069328 w 2034787"/>
              <a:gd name="connsiteY8" fmla="*/ 186025 h 694300"/>
              <a:gd name="connsiteX9" fmla="*/ 804124 w 2034787"/>
              <a:gd name="connsiteY9" fmla="*/ 148139 h 694300"/>
              <a:gd name="connsiteX10" fmla="*/ 804124 w 2034787"/>
              <a:gd name="connsiteY10" fmla="*/ 148139 h 694300"/>
              <a:gd name="connsiteX11" fmla="*/ 593834 w 2034787"/>
              <a:gd name="connsiteY11" fmla="*/ 68961 h 694300"/>
              <a:gd name="connsiteX12" fmla="*/ 254987 w 2034787"/>
              <a:gd name="connsiteY12" fmla="*/ 0 h 694300"/>
              <a:gd name="connsiteX13" fmla="*/ 236966 w 2034787"/>
              <a:gd name="connsiteY13" fmla="*/ 9223 h 694300"/>
              <a:gd name="connsiteX14" fmla="*/ 234270 w 2034787"/>
              <a:gd name="connsiteY14" fmla="*/ 176944 h 694300"/>
              <a:gd name="connsiteX15" fmla="*/ 191985 w 2034787"/>
              <a:gd name="connsiteY15" fmla="*/ 312171 h 694300"/>
              <a:gd name="connsiteX16" fmla="*/ 0 w 2034787"/>
              <a:gd name="connsiteY16" fmla="*/ 441438 h 694300"/>
              <a:gd name="connsiteX17" fmla="*/ 142463 w 2034787"/>
              <a:gd name="connsiteY17" fmla="*/ 533245 h 694300"/>
              <a:gd name="connsiteX18" fmla="*/ 175383 w 2034787"/>
              <a:gd name="connsiteY18" fmla="*/ 646336 h 694300"/>
              <a:gd name="connsiteX19" fmla="*/ 608875 w 2034787"/>
              <a:gd name="connsiteY19" fmla="*/ 420154 h 694300"/>
              <a:gd name="connsiteX20" fmla="*/ 913952 w 2034787"/>
              <a:gd name="connsiteY20" fmla="*/ 665918 h 694300"/>
              <a:gd name="connsiteX21" fmla="*/ 1348295 w 2034787"/>
              <a:gd name="connsiteY21" fmla="*/ 693729 h 694300"/>
              <a:gd name="connsiteX22" fmla="*/ 1739502 w 2034787"/>
              <a:gd name="connsiteY22" fmla="*/ 603909 h 694300"/>
              <a:gd name="connsiteX23" fmla="*/ 1875297 w 2034787"/>
              <a:gd name="connsiteY23" fmla="*/ 589152 h 694300"/>
              <a:gd name="connsiteX24" fmla="*/ 2016483 w 2034787"/>
              <a:gd name="connsiteY24" fmla="*/ 293015 h 694300"/>
              <a:gd name="connsiteX25" fmla="*/ 2016483 w 2034787"/>
              <a:gd name="connsiteY25" fmla="*/ 293015 h 69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034787" h="694300">
                <a:moveTo>
                  <a:pt x="2016767" y="292731"/>
                </a:moveTo>
                <a:cubicBezTo>
                  <a:pt x="2029538" y="292731"/>
                  <a:pt x="2033795" y="232426"/>
                  <a:pt x="2034788" y="168288"/>
                </a:cubicBezTo>
                <a:cubicBezTo>
                  <a:pt x="2003145" y="170559"/>
                  <a:pt x="1975759" y="163322"/>
                  <a:pt x="1975759" y="147146"/>
                </a:cubicBezTo>
                <a:cubicBezTo>
                  <a:pt x="1933475" y="147146"/>
                  <a:pt x="1838262" y="140051"/>
                  <a:pt x="1795977" y="140051"/>
                </a:cubicBezTo>
                <a:cubicBezTo>
                  <a:pt x="1795977" y="231716"/>
                  <a:pt x="1563126" y="281096"/>
                  <a:pt x="1485651" y="281096"/>
                </a:cubicBezTo>
                <a:cubicBezTo>
                  <a:pt x="1485651" y="284643"/>
                  <a:pt x="1411581" y="376308"/>
                  <a:pt x="1404486" y="383403"/>
                </a:cubicBezTo>
                <a:cubicBezTo>
                  <a:pt x="1369154" y="418735"/>
                  <a:pt x="1291679" y="337570"/>
                  <a:pt x="1273942" y="319975"/>
                </a:cubicBezTo>
                <a:cubicBezTo>
                  <a:pt x="1217467" y="263500"/>
                  <a:pt x="1323322" y="150693"/>
                  <a:pt x="1393844" y="150693"/>
                </a:cubicBezTo>
                <a:cubicBezTo>
                  <a:pt x="1393844" y="-43279"/>
                  <a:pt x="1108207" y="168288"/>
                  <a:pt x="1069328" y="186025"/>
                </a:cubicBezTo>
                <a:cubicBezTo>
                  <a:pt x="984900" y="228311"/>
                  <a:pt x="896499" y="189573"/>
                  <a:pt x="804124" y="148139"/>
                </a:cubicBezTo>
                <a:lnTo>
                  <a:pt x="804124" y="148139"/>
                </a:lnTo>
                <a:cubicBezTo>
                  <a:pt x="729629" y="211283"/>
                  <a:pt x="593834" y="170984"/>
                  <a:pt x="593834" y="68961"/>
                </a:cubicBezTo>
                <a:cubicBezTo>
                  <a:pt x="440161" y="68961"/>
                  <a:pt x="336152" y="54772"/>
                  <a:pt x="254987" y="0"/>
                </a:cubicBezTo>
                <a:cubicBezTo>
                  <a:pt x="252717" y="6385"/>
                  <a:pt x="246047" y="8940"/>
                  <a:pt x="236966" y="9223"/>
                </a:cubicBezTo>
                <a:cubicBezTo>
                  <a:pt x="215682" y="68961"/>
                  <a:pt x="211709" y="138774"/>
                  <a:pt x="234270" y="176944"/>
                </a:cubicBezTo>
                <a:cubicBezTo>
                  <a:pt x="266338" y="231148"/>
                  <a:pt x="273717" y="264210"/>
                  <a:pt x="191985" y="312171"/>
                </a:cubicBezTo>
                <a:cubicBezTo>
                  <a:pt x="137497" y="344098"/>
                  <a:pt x="49664" y="379997"/>
                  <a:pt x="0" y="441438"/>
                </a:cubicBezTo>
                <a:cubicBezTo>
                  <a:pt x="6811" y="444844"/>
                  <a:pt x="134375" y="533245"/>
                  <a:pt x="142463" y="533245"/>
                </a:cubicBezTo>
                <a:cubicBezTo>
                  <a:pt x="142463" y="570989"/>
                  <a:pt x="175383" y="641654"/>
                  <a:pt x="175383" y="646336"/>
                </a:cubicBezTo>
                <a:cubicBezTo>
                  <a:pt x="339557" y="646336"/>
                  <a:pt x="446121" y="420154"/>
                  <a:pt x="608875" y="420154"/>
                </a:cubicBezTo>
                <a:cubicBezTo>
                  <a:pt x="608875" y="475209"/>
                  <a:pt x="859180" y="505859"/>
                  <a:pt x="913952" y="665918"/>
                </a:cubicBezTo>
                <a:cubicBezTo>
                  <a:pt x="1108207" y="507845"/>
                  <a:pt x="1118707" y="682236"/>
                  <a:pt x="1348295" y="693729"/>
                </a:cubicBezTo>
                <a:cubicBezTo>
                  <a:pt x="1437548" y="698128"/>
                  <a:pt x="1560146" y="677979"/>
                  <a:pt x="1739502" y="603909"/>
                </a:cubicBezTo>
                <a:cubicBezTo>
                  <a:pt x="1792430" y="582057"/>
                  <a:pt x="1856425" y="594118"/>
                  <a:pt x="1875297" y="589152"/>
                </a:cubicBezTo>
                <a:cubicBezTo>
                  <a:pt x="1896014" y="583760"/>
                  <a:pt x="2016483" y="301529"/>
                  <a:pt x="2016483" y="293015"/>
                </a:cubicBezTo>
                <a:lnTo>
                  <a:pt x="2016483" y="293015"/>
                </a:lnTo>
                <a:close/>
              </a:path>
            </a:pathLst>
          </a:custGeom>
          <a:solidFill>
            <a:srgbClr val="061728"/>
          </a:solidFill>
          <a:ln w="56727" cap="flat">
            <a:solidFill>
              <a:srgbClr val="FEC001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ED6646A7-C92B-B10B-F010-FF8D8228875C}"/>
              </a:ext>
            </a:extLst>
          </p:cNvPr>
          <p:cNvSpPr txBox="1"/>
          <p:nvPr/>
        </p:nvSpPr>
        <p:spPr>
          <a:xfrm>
            <a:off x="16191037" y="10727682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>
                <a:solidFill>
                  <a:schemeClr val="bg1"/>
                </a:solidFill>
              </a:rPr>
              <a:t>CE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B93AF53-6D79-59B2-2B21-B2DBD6F2585D}"/>
              </a:ext>
            </a:extLst>
          </p:cNvPr>
          <p:cNvSpPr txBox="1"/>
          <p:nvPr/>
        </p:nvSpPr>
        <p:spPr>
          <a:xfrm>
            <a:off x="15332250" y="12860535"/>
            <a:ext cx="630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>
                <a:solidFill>
                  <a:schemeClr val="bg1"/>
                </a:solidFill>
              </a:rPr>
              <a:t>BA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DF386A0-D326-CF31-75FF-82FDD00766E6}"/>
              </a:ext>
            </a:extLst>
          </p:cNvPr>
          <p:cNvSpPr/>
          <p:nvPr/>
        </p:nvSpPr>
        <p:spPr>
          <a:xfrm>
            <a:off x="17658759" y="19284405"/>
            <a:ext cx="347760" cy="347760"/>
          </a:xfrm>
          <a:prstGeom prst="ellipse">
            <a:avLst/>
          </a:prstGeom>
          <a:solidFill>
            <a:srgbClr val="071728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8F96E808-B67E-D314-CB4F-4766551B2631}"/>
              </a:ext>
            </a:extLst>
          </p:cNvPr>
          <p:cNvSpPr txBox="1"/>
          <p:nvPr/>
        </p:nvSpPr>
        <p:spPr>
          <a:xfrm>
            <a:off x="9458769" y="8391542"/>
            <a:ext cx="630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>
                <a:solidFill>
                  <a:schemeClr val="bg1"/>
                </a:solidFill>
              </a:rPr>
              <a:t>RR</a:t>
            </a:r>
          </a:p>
        </p:txBody>
      </p: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D09D0AD1-5983-8C97-E1F6-5CDA848DE7A8}"/>
              </a:ext>
            </a:extLst>
          </p:cNvPr>
          <p:cNvSpPr/>
          <p:nvPr/>
        </p:nvSpPr>
        <p:spPr>
          <a:xfrm>
            <a:off x="14483026" y="10259236"/>
            <a:ext cx="1638633" cy="2455076"/>
          </a:xfrm>
          <a:custGeom>
            <a:avLst/>
            <a:gdLst>
              <a:gd name="connsiteX0" fmla="*/ 1509916 w 1755028"/>
              <a:gd name="connsiteY0" fmla="*/ 10500 h 2516379"/>
              <a:gd name="connsiteX1" fmla="*/ 1394270 w 1755028"/>
              <a:gd name="connsiteY1" fmla="*/ 0 h 2516379"/>
              <a:gd name="connsiteX2" fmla="*/ 1388311 w 1755028"/>
              <a:gd name="connsiteY2" fmla="*/ 5108 h 2516379"/>
              <a:gd name="connsiteX3" fmla="*/ 1369864 w 1755028"/>
              <a:gd name="connsiteY3" fmla="*/ 36041 h 2516379"/>
              <a:gd name="connsiteX4" fmla="*/ 1369864 w 1755028"/>
              <a:gd name="connsiteY4" fmla="*/ 36041 h 2516379"/>
              <a:gd name="connsiteX5" fmla="*/ 1369155 w 1755028"/>
              <a:gd name="connsiteY5" fmla="*/ 37461 h 2516379"/>
              <a:gd name="connsiteX6" fmla="*/ 1369155 w 1755028"/>
              <a:gd name="connsiteY6" fmla="*/ 37461 h 2516379"/>
              <a:gd name="connsiteX7" fmla="*/ 1368445 w 1755028"/>
              <a:gd name="connsiteY7" fmla="*/ 38880 h 2516379"/>
              <a:gd name="connsiteX8" fmla="*/ 1368445 w 1755028"/>
              <a:gd name="connsiteY8" fmla="*/ 38880 h 2516379"/>
              <a:gd name="connsiteX9" fmla="*/ 1367735 w 1755028"/>
              <a:gd name="connsiteY9" fmla="*/ 40298 h 2516379"/>
              <a:gd name="connsiteX10" fmla="*/ 1367735 w 1755028"/>
              <a:gd name="connsiteY10" fmla="*/ 40298 h 2516379"/>
              <a:gd name="connsiteX11" fmla="*/ 1163547 w 1755028"/>
              <a:gd name="connsiteY11" fmla="*/ 206600 h 2516379"/>
              <a:gd name="connsiteX12" fmla="*/ 1018530 w 1755028"/>
              <a:gd name="connsiteY12" fmla="*/ 510684 h 2516379"/>
              <a:gd name="connsiteX13" fmla="*/ 1019239 w 1755028"/>
              <a:gd name="connsiteY13" fmla="*/ 510684 h 2516379"/>
              <a:gd name="connsiteX14" fmla="*/ 1019239 w 1755028"/>
              <a:gd name="connsiteY14" fmla="*/ 511677 h 2516379"/>
              <a:gd name="connsiteX15" fmla="*/ 1019239 w 1755028"/>
              <a:gd name="connsiteY15" fmla="*/ 511677 h 2516379"/>
              <a:gd name="connsiteX16" fmla="*/ 1019239 w 1755028"/>
              <a:gd name="connsiteY16" fmla="*/ 512245 h 2516379"/>
              <a:gd name="connsiteX17" fmla="*/ 1019239 w 1755028"/>
              <a:gd name="connsiteY17" fmla="*/ 512245 h 2516379"/>
              <a:gd name="connsiteX18" fmla="*/ 1019239 w 1755028"/>
              <a:gd name="connsiteY18" fmla="*/ 512812 h 2516379"/>
              <a:gd name="connsiteX19" fmla="*/ 1019239 w 1755028"/>
              <a:gd name="connsiteY19" fmla="*/ 512812 h 2516379"/>
              <a:gd name="connsiteX20" fmla="*/ 1009023 w 1755028"/>
              <a:gd name="connsiteY20" fmla="*/ 547151 h 2516379"/>
              <a:gd name="connsiteX21" fmla="*/ 969859 w 1755028"/>
              <a:gd name="connsiteY21" fmla="*/ 811219 h 2516379"/>
              <a:gd name="connsiteX22" fmla="*/ 955102 w 1755028"/>
              <a:gd name="connsiteY22" fmla="*/ 1040665 h 2516379"/>
              <a:gd name="connsiteX23" fmla="*/ 955102 w 1755028"/>
              <a:gd name="connsiteY23" fmla="*/ 1040665 h 2516379"/>
              <a:gd name="connsiteX24" fmla="*/ 955528 w 1755028"/>
              <a:gd name="connsiteY24" fmla="*/ 1041091 h 2516379"/>
              <a:gd name="connsiteX25" fmla="*/ 955528 w 1755028"/>
              <a:gd name="connsiteY25" fmla="*/ 1041091 h 2516379"/>
              <a:gd name="connsiteX26" fmla="*/ 955953 w 1755028"/>
              <a:gd name="connsiteY26" fmla="*/ 1041516 h 2516379"/>
              <a:gd name="connsiteX27" fmla="*/ 955953 w 1755028"/>
              <a:gd name="connsiteY27" fmla="*/ 1041516 h 2516379"/>
              <a:gd name="connsiteX28" fmla="*/ 956379 w 1755028"/>
              <a:gd name="connsiteY28" fmla="*/ 1041942 h 2516379"/>
              <a:gd name="connsiteX29" fmla="*/ 956379 w 1755028"/>
              <a:gd name="connsiteY29" fmla="*/ 1041942 h 2516379"/>
              <a:gd name="connsiteX30" fmla="*/ 956804 w 1755028"/>
              <a:gd name="connsiteY30" fmla="*/ 1042368 h 2516379"/>
              <a:gd name="connsiteX31" fmla="*/ 956804 w 1755028"/>
              <a:gd name="connsiteY31" fmla="*/ 1042368 h 2516379"/>
              <a:gd name="connsiteX32" fmla="*/ 957231 w 1755028"/>
              <a:gd name="connsiteY32" fmla="*/ 1042793 h 2516379"/>
              <a:gd name="connsiteX33" fmla="*/ 957231 w 1755028"/>
              <a:gd name="connsiteY33" fmla="*/ 1042793 h 2516379"/>
              <a:gd name="connsiteX34" fmla="*/ 957657 w 1755028"/>
              <a:gd name="connsiteY34" fmla="*/ 1043219 h 2516379"/>
              <a:gd name="connsiteX35" fmla="*/ 957657 w 1755028"/>
              <a:gd name="connsiteY35" fmla="*/ 1043219 h 2516379"/>
              <a:gd name="connsiteX36" fmla="*/ 958082 w 1755028"/>
              <a:gd name="connsiteY36" fmla="*/ 1043503 h 2516379"/>
              <a:gd name="connsiteX37" fmla="*/ 958082 w 1755028"/>
              <a:gd name="connsiteY37" fmla="*/ 1043503 h 2516379"/>
              <a:gd name="connsiteX38" fmla="*/ 958508 w 1755028"/>
              <a:gd name="connsiteY38" fmla="*/ 1043787 h 2516379"/>
              <a:gd name="connsiteX39" fmla="*/ 958508 w 1755028"/>
              <a:gd name="connsiteY39" fmla="*/ 1043787 h 2516379"/>
              <a:gd name="connsiteX40" fmla="*/ 958933 w 1755028"/>
              <a:gd name="connsiteY40" fmla="*/ 1044070 h 2516379"/>
              <a:gd name="connsiteX41" fmla="*/ 958933 w 1755028"/>
              <a:gd name="connsiteY41" fmla="*/ 1044070 h 2516379"/>
              <a:gd name="connsiteX42" fmla="*/ 959359 w 1755028"/>
              <a:gd name="connsiteY42" fmla="*/ 1044354 h 2516379"/>
              <a:gd name="connsiteX43" fmla="*/ 959359 w 1755028"/>
              <a:gd name="connsiteY43" fmla="*/ 1044354 h 2516379"/>
              <a:gd name="connsiteX44" fmla="*/ 959785 w 1755028"/>
              <a:gd name="connsiteY44" fmla="*/ 1044638 h 2516379"/>
              <a:gd name="connsiteX45" fmla="*/ 959785 w 1755028"/>
              <a:gd name="connsiteY45" fmla="*/ 1044638 h 2516379"/>
              <a:gd name="connsiteX46" fmla="*/ 960211 w 1755028"/>
              <a:gd name="connsiteY46" fmla="*/ 1044922 h 2516379"/>
              <a:gd name="connsiteX47" fmla="*/ 960211 w 1755028"/>
              <a:gd name="connsiteY47" fmla="*/ 1044922 h 2516379"/>
              <a:gd name="connsiteX48" fmla="*/ 960636 w 1755028"/>
              <a:gd name="connsiteY48" fmla="*/ 1045206 h 2516379"/>
              <a:gd name="connsiteX49" fmla="*/ 960636 w 1755028"/>
              <a:gd name="connsiteY49" fmla="*/ 1045206 h 2516379"/>
              <a:gd name="connsiteX50" fmla="*/ 961062 w 1755028"/>
              <a:gd name="connsiteY50" fmla="*/ 1045489 h 2516379"/>
              <a:gd name="connsiteX51" fmla="*/ 961487 w 1755028"/>
              <a:gd name="connsiteY51" fmla="*/ 1045489 h 2516379"/>
              <a:gd name="connsiteX52" fmla="*/ 961487 w 1755028"/>
              <a:gd name="connsiteY52" fmla="*/ 1045773 h 2516379"/>
              <a:gd name="connsiteX53" fmla="*/ 961913 w 1755028"/>
              <a:gd name="connsiteY53" fmla="*/ 1045773 h 2516379"/>
              <a:gd name="connsiteX54" fmla="*/ 961913 w 1755028"/>
              <a:gd name="connsiteY54" fmla="*/ 1046057 h 2516379"/>
              <a:gd name="connsiteX55" fmla="*/ 1004907 w 1755028"/>
              <a:gd name="connsiteY55" fmla="*/ 1099977 h 2516379"/>
              <a:gd name="connsiteX56" fmla="*/ 775178 w 1755028"/>
              <a:gd name="connsiteY56" fmla="*/ 1214771 h 2516379"/>
              <a:gd name="connsiteX57" fmla="*/ 606889 w 1755028"/>
              <a:gd name="connsiteY57" fmla="*/ 1226691 h 2516379"/>
              <a:gd name="connsiteX58" fmla="*/ 401707 w 1755028"/>
              <a:gd name="connsiteY58" fmla="*/ 1396682 h 2516379"/>
              <a:gd name="connsiteX59" fmla="*/ 212986 w 1755028"/>
              <a:gd name="connsiteY59" fmla="*/ 1483239 h 2516379"/>
              <a:gd name="connsiteX60" fmla="*/ 13906 w 1755028"/>
              <a:gd name="connsiteY60" fmla="*/ 1817971 h 2516379"/>
              <a:gd name="connsiteX61" fmla="*/ 59454 w 1755028"/>
              <a:gd name="connsiteY61" fmla="*/ 2003429 h 2516379"/>
              <a:gd name="connsiteX62" fmla="*/ 0 w 1755028"/>
              <a:gd name="connsiteY62" fmla="*/ 2267640 h 2516379"/>
              <a:gd name="connsiteX63" fmla="*/ 75206 w 1755028"/>
              <a:gd name="connsiteY63" fmla="*/ 2332202 h 2516379"/>
              <a:gd name="connsiteX64" fmla="*/ 254419 w 1755028"/>
              <a:gd name="connsiteY64" fmla="*/ 2497085 h 2516379"/>
              <a:gd name="connsiteX65" fmla="*/ 716149 w 1755028"/>
              <a:gd name="connsiteY65" fmla="*/ 2275586 h 2516379"/>
              <a:gd name="connsiteX66" fmla="*/ 687912 w 1755028"/>
              <a:gd name="connsiteY66" fmla="*/ 2186049 h 2516379"/>
              <a:gd name="connsiteX67" fmla="*/ 815050 w 1755028"/>
              <a:gd name="connsiteY67" fmla="*/ 2021166 h 2516379"/>
              <a:gd name="connsiteX68" fmla="*/ 1003489 w 1755028"/>
              <a:gd name="connsiteY68" fmla="*/ 2120068 h 2516379"/>
              <a:gd name="connsiteX69" fmla="*/ 1434994 w 1755028"/>
              <a:gd name="connsiteY69" fmla="*/ 1919711 h 2516379"/>
              <a:gd name="connsiteX70" fmla="*/ 1656068 w 1755028"/>
              <a:gd name="connsiteY70" fmla="*/ 1738793 h 2516379"/>
              <a:gd name="connsiteX71" fmla="*/ 1698353 w 1755028"/>
              <a:gd name="connsiteY71" fmla="*/ 1603566 h 2516379"/>
              <a:gd name="connsiteX72" fmla="*/ 1748301 w 1755028"/>
              <a:gd name="connsiteY72" fmla="*/ 1355532 h 2516379"/>
              <a:gd name="connsiteX73" fmla="*/ 1698353 w 1755028"/>
              <a:gd name="connsiteY73" fmla="*/ 1238752 h 2516379"/>
              <a:gd name="connsiteX74" fmla="*/ 1653798 w 1755028"/>
              <a:gd name="connsiteY74" fmla="*/ 988589 h 2516379"/>
              <a:gd name="connsiteX75" fmla="*/ 1559295 w 1755028"/>
              <a:gd name="connsiteY75" fmla="*/ 605044 h 2516379"/>
              <a:gd name="connsiteX76" fmla="*/ 1587107 w 1755028"/>
              <a:gd name="connsiteY76" fmla="*/ 488264 h 2516379"/>
              <a:gd name="connsiteX77" fmla="*/ 1498138 w 1755028"/>
              <a:gd name="connsiteY77" fmla="*/ 188154 h 2516379"/>
              <a:gd name="connsiteX78" fmla="*/ 1510199 w 1755028"/>
              <a:gd name="connsiteY78" fmla="*/ 10642 h 2516379"/>
              <a:gd name="connsiteX79" fmla="*/ 1510199 w 1755028"/>
              <a:gd name="connsiteY79" fmla="*/ 10642 h 2516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755028" h="2516379">
                <a:moveTo>
                  <a:pt x="1509916" y="10500"/>
                </a:moveTo>
                <a:cubicBezTo>
                  <a:pt x="1458691" y="6811"/>
                  <a:pt x="1411298" y="1703"/>
                  <a:pt x="1394270" y="0"/>
                </a:cubicBezTo>
                <a:cubicBezTo>
                  <a:pt x="1393135" y="1845"/>
                  <a:pt x="1391149" y="3547"/>
                  <a:pt x="1388311" y="5108"/>
                </a:cubicBezTo>
                <a:lnTo>
                  <a:pt x="1369864" y="36041"/>
                </a:lnTo>
                <a:lnTo>
                  <a:pt x="1369864" y="36041"/>
                </a:lnTo>
                <a:lnTo>
                  <a:pt x="1369155" y="37461"/>
                </a:lnTo>
                <a:lnTo>
                  <a:pt x="1369155" y="37461"/>
                </a:lnTo>
                <a:lnTo>
                  <a:pt x="1368445" y="38880"/>
                </a:lnTo>
                <a:lnTo>
                  <a:pt x="1368445" y="38880"/>
                </a:lnTo>
                <a:lnTo>
                  <a:pt x="1367735" y="40298"/>
                </a:lnTo>
                <a:lnTo>
                  <a:pt x="1367735" y="40298"/>
                </a:lnTo>
                <a:cubicBezTo>
                  <a:pt x="1329140" y="106706"/>
                  <a:pt x="1234637" y="183046"/>
                  <a:pt x="1163547" y="206600"/>
                </a:cubicBezTo>
                <a:cubicBezTo>
                  <a:pt x="1023496" y="252717"/>
                  <a:pt x="988590" y="506711"/>
                  <a:pt x="1018530" y="510684"/>
                </a:cubicBezTo>
                <a:lnTo>
                  <a:pt x="1019239" y="510684"/>
                </a:lnTo>
                <a:lnTo>
                  <a:pt x="1019239" y="511677"/>
                </a:lnTo>
                <a:lnTo>
                  <a:pt x="1019239" y="511677"/>
                </a:lnTo>
                <a:lnTo>
                  <a:pt x="1019239" y="512245"/>
                </a:lnTo>
                <a:lnTo>
                  <a:pt x="1019239" y="512245"/>
                </a:lnTo>
                <a:lnTo>
                  <a:pt x="1019239" y="512812"/>
                </a:lnTo>
                <a:lnTo>
                  <a:pt x="1019239" y="512812"/>
                </a:lnTo>
                <a:cubicBezTo>
                  <a:pt x="1018955" y="521893"/>
                  <a:pt x="1015266" y="541049"/>
                  <a:pt x="1009023" y="547151"/>
                </a:cubicBezTo>
                <a:cubicBezTo>
                  <a:pt x="984758" y="569287"/>
                  <a:pt x="1050598" y="687202"/>
                  <a:pt x="969859" y="811219"/>
                </a:cubicBezTo>
                <a:cubicBezTo>
                  <a:pt x="926581" y="877768"/>
                  <a:pt x="918067" y="998522"/>
                  <a:pt x="955102" y="1040665"/>
                </a:cubicBezTo>
                <a:lnTo>
                  <a:pt x="955102" y="1040665"/>
                </a:lnTo>
                <a:lnTo>
                  <a:pt x="955528" y="1041091"/>
                </a:lnTo>
                <a:lnTo>
                  <a:pt x="955528" y="1041091"/>
                </a:lnTo>
                <a:cubicBezTo>
                  <a:pt x="955528" y="1041091"/>
                  <a:pt x="955953" y="1041516"/>
                  <a:pt x="955953" y="1041516"/>
                </a:cubicBezTo>
                <a:lnTo>
                  <a:pt x="955953" y="1041516"/>
                </a:lnTo>
                <a:cubicBezTo>
                  <a:pt x="955953" y="1041516"/>
                  <a:pt x="956379" y="1041942"/>
                  <a:pt x="956379" y="1041942"/>
                </a:cubicBezTo>
                <a:lnTo>
                  <a:pt x="956379" y="1041942"/>
                </a:lnTo>
                <a:lnTo>
                  <a:pt x="956804" y="1042368"/>
                </a:lnTo>
                <a:lnTo>
                  <a:pt x="956804" y="1042368"/>
                </a:lnTo>
                <a:cubicBezTo>
                  <a:pt x="956804" y="1042368"/>
                  <a:pt x="957231" y="1042793"/>
                  <a:pt x="957231" y="1042793"/>
                </a:cubicBezTo>
                <a:lnTo>
                  <a:pt x="957231" y="1042793"/>
                </a:lnTo>
                <a:cubicBezTo>
                  <a:pt x="957231" y="1042793"/>
                  <a:pt x="957657" y="1043219"/>
                  <a:pt x="957657" y="1043219"/>
                </a:cubicBezTo>
                <a:lnTo>
                  <a:pt x="957657" y="1043219"/>
                </a:lnTo>
                <a:cubicBezTo>
                  <a:pt x="957657" y="1043219"/>
                  <a:pt x="958082" y="1043503"/>
                  <a:pt x="958082" y="1043503"/>
                </a:cubicBezTo>
                <a:lnTo>
                  <a:pt x="958082" y="1043503"/>
                </a:lnTo>
                <a:cubicBezTo>
                  <a:pt x="958082" y="1043503"/>
                  <a:pt x="958508" y="1043787"/>
                  <a:pt x="958508" y="1043787"/>
                </a:cubicBezTo>
                <a:lnTo>
                  <a:pt x="958508" y="1043787"/>
                </a:lnTo>
                <a:cubicBezTo>
                  <a:pt x="958508" y="1043787"/>
                  <a:pt x="958933" y="1044070"/>
                  <a:pt x="958933" y="1044070"/>
                </a:cubicBezTo>
                <a:lnTo>
                  <a:pt x="958933" y="1044070"/>
                </a:lnTo>
                <a:cubicBezTo>
                  <a:pt x="958933" y="1044070"/>
                  <a:pt x="959359" y="1044354"/>
                  <a:pt x="959359" y="1044354"/>
                </a:cubicBezTo>
                <a:lnTo>
                  <a:pt x="959359" y="1044354"/>
                </a:lnTo>
                <a:cubicBezTo>
                  <a:pt x="959359" y="1044354"/>
                  <a:pt x="959785" y="1044638"/>
                  <a:pt x="959785" y="1044638"/>
                </a:cubicBezTo>
                <a:lnTo>
                  <a:pt x="959785" y="1044638"/>
                </a:lnTo>
                <a:cubicBezTo>
                  <a:pt x="959785" y="1044638"/>
                  <a:pt x="960211" y="1044922"/>
                  <a:pt x="960211" y="1044922"/>
                </a:cubicBezTo>
                <a:lnTo>
                  <a:pt x="960211" y="1044922"/>
                </a:lnTo>
                <a:cubicBezTo>
                  <a:pt x="960211" y="1044922"/>
                  <a:pt x="960636" y="1045206"/>
                  <a:pt x="960636" y="1045206"/>
                </a:cubicBezTo>
                <a:lnTo>
                  <a:pt x="960636" y="1045206"/>
                </a:lnTo>
                <a:cubicBezTo>
                  <a:pt x="960636" y="1045206"/>
                  <a:pt x="961062" y="1045489"/>
                  <a:pt x="961062" y="1045489"/>
                </a:cubicBezTo>
                <a:lnTo>
                  <a:pt x="961487" y="1045489"/>
                </a:lnTo>
                <a:cubicBezTo>
                  <a:pt x="961487" y="1045489"/>
                  <a:pt x="961487" y="1045773"/>
                  <a:pt x="961487" y="1045773"/>
                </a:cubicBezTo>
                <a:lnTo>
                  <a:pt x="961913" y="1045773"/>
                </a:lnTo>
                <a:cubicBezTo>
                  <a:pt x="961913" y="1045773"/>
                  <a:pt x="961913" y="1046057"/>
                  <a:pt x="961913" y="1046057"/>
                </a:cubicBezTo>
                <a:cubicBezTo>
                  <a:pt x="981353" y="1054287"/>
                  <a:pt x="1005191" y="1097565"/>
                  <a:pt x="1004907" y="1099977"/>
                </a:cubicBezTo>
                <a:cubicBezTo>
                  <a:pt x="996110" y="1238610"/>
                  <a:pt x="775178" y="1287848"/>
                  <a:pt x="775178" y="1214771"/>
                </a:cubicBezTo>
                <a:cubicBezTo>
                  <a:pt x="691176" y="1214771"/>
                  <a:pt x="644208" y="1226691"/>
                  <a:pt x="606889" y="1226691"/>
                </a:cubicBezTo>
                <a:cubicBezTo>
                  <a:pt x="606889" y="1232650"/>
                  <a:pt x="424837" y="1384195"/>
                  <a:pt x="401707" y="1396682"/>
                </a:cubicBezTo>
                <a:cubicBezTo>
                  <a:pt x="321820" y="1440102"/>
                  <a:pt x="274427" y="1385472"/>
                  <a:pt x="212986" y="1483239"/>
                </a:cubicBezTo>
                <a:cubicBezTo>
                  <a:pt x="151545" y="1581005"/>
                  <a:pt x="129977" y="1693103"/>
                  <a:pt x="13906" y="1817971"/>
                </a:cubicBezTo>
                <a:cubicBezTo>
                  <a:pt x="-5675" y="1975618"/>
                  <a:pt x="57894" y="1906372"/>
                  <a:pt x="59454" y="2003429"/>
                </a:cubicBezTo>
                <a:cubicBezTo>
                  <a:pt x="60448" y="2070972"/>
                  <a:pt x="28096" y="2222517"/>
                  <a:pt x="0" y="2267640"/>
                </a:cubicBezTo>
                <a:cubicBezTo>
                  <a:pt x="39447" y="2311344"/>
                  <a:pt x="51650" y="2317587"/>
                  <a:pt x="75206" y="2332202"/>
                </a:cubicBezTo>
                <a:cubicBezTo>
                  <a:pt x="151404" y="2332202"/>
                  <a:pt x="201067" y="2443732"/>
                  <a:pt x="254419" y="2497085"/>
                </a:cubicBezTo>
                <a:cubicBezTo>
                  <a:pt x="354457" y="2597122"/>
                  <a:pt x="705932" y="2275586"/>
                  <a:pt x="716149" y="2275586"/>
                </a:cubicBezTo>
                <a:cubicBezTo>
                  <a:pt x="716149" y="2256855"/>
                  <a:pt x="729913" y="2186049"/>
                  <a:pt x="687912" y="2186049"/>
                </a:cubicBezTo>
                <a:cubicBezTo>
                  <a:pt x="687912" y="2095804"/>
                  <a:pt x="701392" y="2021166"/>
                  <a:pt x="815050" y="2021166"/>
                </a:cubicBezTo>
                <a:cubicBezTo>
                  <a:pt x="815050" y="2052809"/>
                  <a:pt x="970143" y="2120068"/>
                  <a:pt x="1003489" y="2120068"/>
                </a:cubicBezTo>
                <a:cubicBezTo>
                  <a:pt x="1003489" y="2106872"/>
                  <a:pt x="1364330" y="1942698"/>
                  <a:pt x="1434994" y="1919711"/>
                </a:cubicBezTo>
                <a:cubicBezTo>
                  <a:pt x="1467489" y="1824924"/>
                  <a:pt x="1587958" y="1778808"/>
                  <a:pt x="1656068" y="1738793"/>
                </a:cubicBezTo>
                <a:cubicBezTo>
                  <a:pt x="1737800" y="1690832"/>
                  <a:pt x="1730422" y="1657770"/>
                  <a:pt x="1698353" y="1603566"/>
                </a:cubicBezTo>
                <a:cubicBezTo>
                  <a:pt x="1663730" y="1545105"/>
                  <a:pt x="1691400" y="1412433"/>
                  <a:pt x="1748301" y="1355532"/>
                </a:cubicBezTo>
                <a:cubicBezTo>
                  <a:pt x="1776112" y="1327721"/>
                  <a:pt x="1709421" y="1249962"/>
                  <a:pt x="1698353" y="1238752"/>
                </a:cubicBezTo>
                <a:cubicBezTo>
                  <a:pt x="1665008" y="1205406"/>
                  <a:pt x="1653798" y="1055280"/>
                  <a:pt x="1653798" y="988589"/>
                </a:cubicBezTo>
                <a:cubicBezTo>
                  <a:pt x="1653798" y="947297"/>
                  <a:pt x="1559295" y="677695"/>
                  <a:pt x="1559295" y="605044"/>
                </a:cubicBezTo>
                <a:cubicBezTo>
                  <a:pt x="1559295" y="532394"/>
                  <a:pt x="1587107" y="527143"/>
                  <a:pt x="1587107" y="488264"/>
                </a:cubicBezTo>
                <a:cubicBezTo>
                  <a:pt x="1587107" y="354882"/>
                  <a:pt x="1498138" y="293725"/>
                  <a:pt x="1498138" y="188154"/>
                </a:cubicBezTo>
                <a:cubicBezTo>
                  <a:pt x="1498138" y="139909"/>
                  <a:pt x="1508496" y="74354"/>
                  <a:pt x="1510199" y="10642"/>
                </a:cubicBezTo>
                <a:lnTo>
                  <a:pt x="1510199" y="10642"/>
                </a:lnTo>
                <a:close/>
              </a:path>
            </a:pathLst>
          </a:custGeom>
          <a:noFill/>
          <a:ln w="57150" cap="flat">
            <a:solidFill>
              <a:srgbClr val="FF0066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D3130613-1C31-895F-2B20-044A2AEC0C23}"/>
              </a:ext>
            </a:extLst>
          </p:cNvPr>
          <p:cNvSpPr txBox="1"/>
          <p:nvPr/>
        </p:nvSpPr>
        <p:spPr>
          <a:xfrm>
            <a:off x="15247581" y="11455066"/>
            <a:ext cx="47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</a:rPr>
              <a:t>PI</a:t>
            </a:r>
          </a:p>
        </p:txBody>
      </p: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id="{1AF283AE-C656-9B98-BFA0-22578B03C8D5}"/>
              </a:ext>
            </a:extLst>
          </p:cNvPr>
          <p:cNvSpPr/>
          <p:nvPr/>
        </p:nvSpPr>
        <p:spPr>
          <a:xfrm>
            <a:off x="12822968" y="13789457"/>
            <a:ext cx="3374053" cy="2661375"/>
          </a:xfrm>
          <a:custGeom>
            <a:avLst/>
            <a:gdLst>
              <a:gd name="connsiteX0" fmla="*/ 3224160 w 3374053"/>
              <a:gd name="connsiteY0" fmla="*/ 1271505 h 2661375"/>
              <a:gd name="connsiteX1" fmla="*/ 3218342 w 3374053"/>
              <a:gd name="connsiteY1" fmla="*/ 1166644 h 2661375"/>
              <a:gd name="connsiteX2" fmla="*/ 3243884 w 3374053"/>
              <a:gd name="connsiteY2" fmla="*/ 918468 h 2661375"/>
              <a:gd name="connsiteX3" fmla="*/ 3360664 w 3374053"/>
              <a:gd name="connsiteY3" fmla="*/ 633683 h 2661375"/>
              <a:gd name="connsiteX4" fmla="*/ 3265736 w 3374053"/>
              <a:gd name="connsiteY4" fmla="*/ 571674 h 2661375"/>
              <a:gd name="connsiteX5" fmla="*/ 2999255 w 3374053"/>
              <a:gd name="connsiteY5" fmla="*/ 546133 h 2661375"/>
              <a:gd name="connsiteX6" fmla="*/ 2740011 w 3374053"/>
              <a:gd name="connsiteY6" fmla="*/ 330735 h 2661375"/>
              <a:gd name="connsiteX7" fmla="*/ 2429685 w 3374053"/>
              <a:gd name="connsiteY7" fmla="*/ 137189 h 2661375"/>
              <a:gd name="connsiteX8" fmla="*/ 2214287 w 3374053"/>
              <a:gd name="connsiteY8" fmla="*/ 140878 h 2661375"/>
              <a:gd name="connsiteX9" fmla="*/ 2115669 w 3374053"/>
              <a:gd name="connsiteY9" fmla="*/ 2104 h 2661375"/>
              <a:gd name="connsiteX10" fmla="*/ 1655643 w 3374053"/>
              <a:gd name="connsiteY10" fmla="*/ 221191 h 2661375"/>
              <a:gd name="connsiteX11" fmla="*/ 1557025 w 3374053"/>
              <a:gd name="connsiteY11" fmla="*/ 232117 h 2661375"/>
              <a:gd name="connsiteX12" fmla="*/ 1549788 w 3374053"/>
              <a:gd name="connsiteY12" fmla="*/ 181035 h 2661375"/>
              <a:gd name="connsiteX13" fmla="*/ 1531625 w 3374053"/>
              <a:gd name="connsiteY13" fmla="*/ 164149 h 2661375"/>
              <a:gd name="connsiteX14" fmla="*/ 1443933 w 3374053"/>
              <a:gd name="connsiteY14" fmla="*/ 151946 h 2661375"/>
              <a:gd name="connsiteX15" fmla="*/ 1385472 w 3374053"/>
              <a:gd name="connsiteY15" fmla="*/ 144709 h 2661375"/>
              <a:gd name="connsiteX16" fmla="*/ 1370857 w 3374053"/>
              <a:gd name="connsiteY16" fmla="*/ 268868 h 2661375"/>
              <a:gd name="connsiteX17" fmla="*/ 1301470 w 3374053"/>
              <a:gd name="connsiteY17" fmla="*/ 363797 h 2661375"/>
              <a:gd name="connsiteX18" fmla="*/ 1155459 w 3374053"/>
              <a:gd name="connsiteY18" fmla="*/ 517186 h 2661375"/>
              <a:gd name="connsiteX19" fmla="*/ 1159148 w 3374053"/>
              <a:gd name="connsiteY19" fmla="*/ 754436 h 2661375"/>
              <a:gd name="connsiteX20" fmla="*/ 1042368 w 3374053"/>
              <a:gd name="connsiteY20" fmla="*/ 984450 h 2661375"/>
              <a:gd name="connsiteX21" fmla="*/ 1111755 w 3374053"/>
              <a:gd name="connsiteY21" fmla="*/ 1053837 h 2661375"/>
              <a:gd name="connsiteX22" fmla="*/ 1108066 w 3374053"/>
              <a:gd name="connsiteY22" fmla="*/ 1137839 h 2661375"/>
              <a:gd name="connsiteX23" fmla="*/ 1069611 w 3374053"/>
              <a:gd name="connsiteY23" fmla="*/ 1196868 h 2661375"/>
              <a:gd name="connsiteX24" fmla="*/ 1002211 w 3374053"/>
              <a:gd name="connsiteY24" fmla="*/ 1243694 h 2661375"/>
              <a:gd name="connsiteX25" fmla="*/ 834207 w 3374053"/>
              <a:gd name="connsiteY25" fmla="*/ 1250931 h 2661375"/>
              <a:gd name="connsiteX26" fmla="*/ 688195 w 3374053"/>
              <a:gd name="connsiteY26" fmla="*/ 1214463 h 2661375"/>
              <a:gd name="connsiteX27" fmla="*/ 582341 w 3374053"/>
              <a:gd name="connsiteY27" fmla="*/ 1214463 h 2661375"/>
              <a:gd name="connsiteX28" fmla="*/ 488264 w 3374053"/>
              <a:gd name="connsiteY28" fmla="*/ 1271364 h 2661375"/>
              <a:gd name="connsiteX29" fmla="*/ 326786 w 3374053"/>
              <a:gd name="connsiteY29" fmla="*/ 1272782 h 2661375"/>
              <a:gd name="connsiteX30" fmla="*/ 173255 w 3374053"/>
              <a:gd name="connsiteY30" fmla="*/ 1351534 h 2661375"/>
              <a:gd name="connsiteX31" fmla="*/ 2270 w 3374053"/>
              <a:gd name="connsiteY31" fmla="*/ 1540682 h 2661375"/>
              <a:gd name="connsiteX32" fmla="*/ 19298 w 3374053"/>
              <a:gd name="connsiteY32" fmla="*/ 1545223 h 2661375"/>
              <a:gd name="connsiteX33" fmla="*/ 0 w 3374053"/>
              <a:gd name="connsiteY33" fmla="*/ 1738769 h 2661375"/>
              <a:gd name="connsiteX34" fmla="*/ 476344 w 3374053"/>
              <a:gd name="connsiteY34" fmla="*/ 1716349 h 2661375"/>
              <a:gd name="connsiteX35" fmla="*/ 492379 w 3374053"/>
              <a:gd name="connsiteY35" fmla="*/ 1807162 h 2661375"/>
              <a:gd name="connsiteX36" fmla="*/ 556516 w 3374053"/>
              <a:gd name="connsiteY36" fmla="*/ 1791128 h 2661375"/>
              <a:gd name="connsiteX37" fmla="*/ 567158 w 3374053"/>
              <a:gd name="connsiteY37" fmla="*/ 1849873 h 2661375"/>
              <a:gd name="connsiteX38" fmla="*/ 625903 w 3374053"/>
              <a:gd name="connsiteY38" fmla="*/ 1839231 h 2661375"/>
              <a:gd name="connsiteX39" fmla="*/ 764677 w 3374053"/>
              <a:gd name="connsiteY39" fmla="*/ 1753810 h 2661375"/>
              <a:gd name="connsiteX40" fmla="*/ 1047618 w 3374053"/>
              <a:gd name="connsiteY40" fmla="*/ 1743168 h 2661375"/>
              <a:gd name="connsiteX41" fmla="*/ 1090329 w 3374053"/>
              <a:gd name="connsiteY41" fmla="*/ 1855265 h 2661375"/>
              <a:gd name="connsiteX42" fmla="*/ 1127647 w 3374053"/>
              <a:gd name="connsiteY42" fmla="*/ 1919260 h 2661375"/>
              <a:gd name="connsiteX43" fmla="*/ 1106363 w 3374053"/>
              <a:gd name="connsiteY43" fmla="*/ 2042001 h 2661375"/>
              <a:gd name="connsiteX44" fmla="*/ 1165108 w 3374053"/>
              <a:gd name="connsiteY44" fmla="*/ 2186167 h 2661375"/>
              <a:gd name="connsiteX45" fmla="*/ 1245137 w 3374053"/>
              <a:gd name="connsiteY45" fmla="*/ 2191559 h 2661375"/>
              <a:gd name="connsiteX46" fmla="*/ 1282455 w 3374053"/>
              <a:gd name="connsiteY46" fmla="*/ 2405112 h 2661375"/>
              <a:gd name="connsiteX47" fmla="*/ 1437264 w 3374053"/>
              <a:gd name="connsiteY47" fmla="*/ 2661376 h 2661375"/>
              <a:gd name="connsiteX48" fmla="*/ 1803640 w 3374053"/>
              <a:gd name="connsiteY48" fmla="*/ 2591989 h 2661375"/>
              <a:gd name="connsiteX49" fmla="*/ 2153839 w 3374053"/>
              <a:gd name="connsiteY49" fmla="*/ 2462580 h 2661375"/>
              <a:gd name="connsiteX50" fmla="*/ 2505599 w 3374053"/>
              <a:gd name="connsiteY50" fmla="*/ 2308481 h 2661375"/>
              <a:gd name="connsiteX51" fmla="*/ 2621812 w 3374053"/>
              <a:gd name="connsiteY51" fmla="*/ 2134091 h 2661375"/>
              <a:gd name="connsiteX52" fmla="*/ 2660833 w 3374053"/>
              <a:gd name="connsiteY52" fmla="*/ 2139625 h 2661375"/>
              <a:gd name="connsiteX53" fmla="*/ 2692334 w 3374053"/>
              <a:gd name="connsiteY53" fmla="*/ 1998439 h 2661375"/>
              <a:gd name="connsiteX54" fmla="*/ 2816635 w 3374053"/>
              <a:gd name="connsiteY54" fmla="*/ 1938558 h 2661375"/>
              <a:gd name="connsiteX55" fmla="*/ 2858069 w 3374053"/>
              <a:gd name="connsiteY55" fmla="*/ 1883360 h 2661375"/>
              <a:gd name="connsiteX56" fmla="*/ 2954700 w 3374053"/>
              <a:gd name="connsiteY56" fmla="*/ 1519823 h 2661375"/>
              <a:gd name="connsiteX57" fmla="*/ 3000674 w 3374053"/>
              <a:gd name="connsiteY57" fmla="*/ 1515283 h 2661375"/>
              <a:gd name="connsiteX58" fmla="*/ 2954700 w 3374053"/>
              <a:gd name="connsiteY58" fmla="*/ 1354230 h 2661375"/>
              <a:gd name="connsiteX59" fmla="*/ 3092764 w 3374053"/>
              <a:gd name="connsiteY59" fmla="*/ 1243836 h 2661375"/>
              <a:gd name="connsiteX60" fmla="*/ 3224018 w 3374053"/>
              <a:gd name="connsiteY60" fmla="*/ 1271789 h 2661375"/>
              <a:gd name="connsiteX61" fmla="*/ 3224018 w 3374053"/>
              <a:gd name="connsiteY61" fmla="*/ 1271789 h 2661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74053" h="2661375">
                <a:moveTo>
                  <a:pt x="3224160" y="1271505"/>
                </a:moveTo>
                <a:cubicBezTo>
                  <a:pt x="3221038" y="1238444"/>
                  <a:pt x="3218342" y="1201125"/>
                  <a:pt x="3218342" y="1166644"/>
                </a:cubicBezTo>
                <a:cubicBezTo>
                  <a:pt x="3177193" y="1166644"/>
                  <a:pt x="3063250" y="918468"/>
                  <a:pt x="3243884" y="918468"/>
                </a:cubicBezTo>
                <a:cubicBezTo>
                  <a:pt x="3243884" y="793883"/>
                  <a:pt x="3423666" y="784802"/>
                  <a:pt x="3360664" y="633683"/>
                </a:cubicBezTo>
                <a:cubicBezTo>
                  <a:pt x="3346048" y="633683"/>
                  <a:pt x="3287587" y="578911"/>
                  <a:pt x="3265736" y="571674"/>
                </a:cubicBezTo>
                <a:cubicBezTo>
                  <a:pt x="3034303" y="513923"/>
                  <a:pt x="3159314" y="546133"/>
                  <a:pt x="2999255" y="546133"/>
                </a:cubicBezTo>
                <a:cubicBezTo>
                  <a:pt x="2898509" y="445387"/>
                  <a:pt x="2931003" y="330735"/>
                  <a:pt x="2740011" y="330735"/>
                </a:cubicBezTo>
                <a:cubicBezTo>
                  <a:pt x="2690348" y="330735"/>
                  <a:pt x="2483179" y="190826"/>
                  <a:pt x="2429685" y="137189"/>
                </a:cubicBezTo>
                <a:cubicBezTo>
                  <a:pt x="2422732" y="130236"/>
                  <a:pt x="2242666" y="140878"/>
                  <a:pt x="2214287" y="140878"/>
                </a:cubicBezTo>
                <a:cubicBezTo>
                  <a:pt x="2214287" y="72910"/>
                  <a:pt x="2186759" y="15726"/>
                  <a:pt x="2115669" y="2104"/>
                </a:cubicBezTo>
                <a:cubicBezTo>
                  <a:pt x="1973064" y="-25140"/>
                  <a:pt x="1702326" y="221191"/>
                  <a:pt x="1655643" y="221191"/>
                </a:cubicBezTo>
                <a:cubicBezTo>
                  <a:pt x="1630101" y="221191"/>
                  <a:pt x="1586255" y="232117"/>
                  <a:pt x="1557025" y="232117"/>
                </a:cubicBezTo>
                <a:cubicBezTo>
                  <a:pt x="1557025" y="221191"/>
                  <a:pt x="1549788" y="199197"/>
                  <a:pt x="1549788" y="181035"/>
                </a:cubicBezTo>
                <a:lnTo>
                  <a:pt x="1531625" y="164149"/>
                </a:lnTo>
                <a:cubicBezTo>
                  <a:pt x="1509348" y="187420"/>
                  <a:pt x="1535882" y="151946"/>
                  <a:pt x="1443933" y="151946"/>
                </a:cubicBezTo>
                <a:cubicBezTo>
                  <a:pt x="1443933" y="126405"/>
                  <a:pt x="1389161" y="144709"/>
                  <a:pt x="1385472" y="144709"/>
                </a:cubicBezTo>
                <a:cubicBezTo>
                  <a:pt x="1385472" y="183589"/>
                  <a:pt x="1488489" y="268868"/>
                  <a:pt x="1370857" y="268868"/>
                </a:cubicBezTo>
                <a:cubicBezTo>
                  <a:pt x="1370857" y="204022"/>
                  <a:pt x="1183128" y="284761"/>
                  <a:pt x="1301470" y="363797"/>
                </a:cubicBezTo>
                <a:cubicBezTo>
                  <a:pt x="1301470" y="450353"/>
                  <a:pt x="1234779" y="497321"/>
                  <a:pt x="1155459" y="517186"/>
                </a:cubicBezTo>
                <a:cubicBezTo>
                  <a:pt x="1050172" y="543579"/>
                  <a:pt x="1110194" y="754436"/>
                  <a:pt x="1159148" y="754436"/>
                </a:cubicBezTo>
                <a:cubicBezTo>
                  <a:pt x="1159148" y="848939"/>
                  <a:pt x="1032435" y="905272"/>
                  <a:pt x="1042368" y="984450"/>
                </a:cubicBezTo>
                <a:cubicBezTo>
                  <a:pt x="1071173" y="984450"/>
                  <a:pt x="1118992" y="1028295"/>
                  <a:pt x="1111755" y="1053837"/>
                </a:cubicBezTo>
                <a:cubicBezTo>
                  <a:pt x="1111755" y="1080797"/>
                  <a:pt x="1108066" y="1109035"/>
                  <a:pt x="1108066" y="1137839"/>
                </a:cubicBezTo>
                <a:cubicBezTo>
                  <a:pt x="1102816" y="1137839"/>
                  <a:pt x="1093167" y="1172037"/>
                  <a:pt x="1069611" y="1196868"/>
                </a:cubicBezTo>
                <a:cubicBezTo>
                  <a:pt x="1046482" y="1221274"/>
                  <a:pt x="1009590" y="1236315"/>
                  <a:pt x="1002211" y="1243694"/>
                </a:cubicBezTo>
                <a:cubicBezTo>
                  <a:pt x="951129" y="1243694"/>
                  <a:pt x="888978" y="1250931"/>
                  <a:pt x="834207" y="1250931"/>
                </a:cubicBezTo>
                <a:cubicBezTo>
                  <a:pt x="834207" y="1218862"/>
                  <a:pt x="691033" y="1214463"/>
                  <a:pt x="688195" y="1214463"/>
                </a:cubicBezTo>
                <a:lnTo>
                  <a:pt x="582341" y="1214463"/>
                </a:lnTo>
                <a:cubicBezTo>
                  <a:pt x="555807" y="1225105"/>
                  <a:pt x="543178" y="1262140"/>
                  <a:pt x="488264" y="1271364"/>
                </a:cubicBezTo>
                <a:cubicBezTo>
                  <a:pt x="427958" y="1281438"/>
                  <a:pt x="350483" y="1272782"/>
                  <a:pt x="326786" y="1272782"/>
                </a:cubicBezTo>
                <a:cubicBezTo>
                  <a:pt x="326786" y="1274911"/>
                  <a:pt x="233419" y="1279310"/>
                  <a:pt x="173255" y="1351534"/>
                </a:cubicBezTo>
                <a:cubicBezTo>
                  <a:pt x="108267" y="1429577"/>
                  <a:pt x="23980" y="1533587"/>
                  <a:pt x="2270" y="1540682"/>
                </a:cubicBezTo>
                <a:cubicBezTo>
                  <a:pt x="9791" y="1543662"/>
                  <a:pt x="15609" y="1545223"/>
                  <a:pt x="19298" y="1545223"/>
                </a:cubicBezTo>
                <a:cubicBezTo>
                  <a:pt x="19298" y="1603258"/>
                  <a:pt x="0" y="1671084"/>
                  <a:pt x="0" y="1738769"/>
                </a:cubicBezTo>
                <a:cubicBezTo>
                  <a:pt x="114652" y="1600704"/>
                  <a:pt x="306353" y="1716349"/>
                  <a:pt x="476344" y="1716349"/>
                </a:cubicBezTo>
                <a:cubicBezTo>
                  <a:pt x="476344" y="1735505"/>
                  <a:pt x="480034" y="1794817"/>
                  <a:pt x="492379" y="1807162"/>
                </a:cubicBezTo>
                <a:cubicBezTo>
                  <a:pt x="502454" y="1807162"/>
                  <a:pt x="556516" y="1804466"/>
                  <a:pt x="556516" y="1791128"/>
                </a:cubicBezTo>
                <a:cubicBezTo>
                  <a:pt x="572550" y="1791128"/>
                  <a:pt x="567158" y="1839231"/>
                  <a:pt x="567158" y="1849873"/>
                </a:cubicBezTo>
                <a:cubicBezTo>
                  <a:pt x="583193" y="1849873"/>
                  <a:pt x="625903" y="1839231"/>
                  <a:pt x="625903" y="1839231"/>
                </a:cubicBezTo>
                <a:cubicBezTo>
                  <a:pt x="625903" y="1760621"/>
                  <a:pt x="699405" y="1753810"/>
                  <a:pt x="764677" y="1753810"/>
                </a:cubicBezTo>
                <a:cubicBezTo>
                  <a:pt x="764677" y="1746005"/>
                  <a:pt x="1005191" y="1743168"/>
                  <a:pt x="1047618" y="1743168"/>
                </a:cubicBezTo>
                <a:cubicBezTo>
                  <a:pt x="1047618" y="1748134"/>
                  <a:pt x="1135878" y="1855265"/>
                  <a:pt x="1090329" y="1855265"/>
                </a:cubicBezTo>
                <a:cubicBezTo>
                  <a:pt x="1090329" y="1917416"/>
                  <a:pt x="1087207" y="1878820"/>
                  <a:pt x="1127647" y="1919260"/>
                </a:cubicBezTo>
                <a:cubicBezTo>
                  <a:pt x="1127647" y="1967646"/>
                  <a:pt x="1106363" y="2002979"/>
                  <a:pt x="1106363" y="2042001"/>
                </a:cubicBezTo>
                <a:cubicBezTo>
                  <a:pt x="1118424" y="2042001"/>
                  <a:pt x="1165108" y="2175809"/>
                  <a:pt x="1165108" y="2186167"/>
                </a:cubicBezTo>
                <a:cubicBezTo>
                  <a:pt x="1191785" y="2186167"/>
                  <a:pt x="1223852" y="2186167"/>
                  <a:pt x="1245137" y="2191559"/>
                </a:cubicBezTo>
                <a:cubicBezTo>
                  <a:pt x="1245137" y="2230296"/>
                  <a:pt x="1282455" y="2403693"/>
                  <a:pt x="1282455" y="2405112"/>
                </a:cubicBezTo>
                <a:cubicBezTo>
                  <a:pt x="1242299" y="2405112"/>
                  <a:pt x="1201575" y="2661376"/>
                  <a:pt x="1437264" y="2661376"/>
                </a:cubicBezTo>
                <a:cubicBezTo>
                  <a:pt x="1437264" y="2600928"/>
                  <a:pt x="1717651" y="2592699"/>
                  <a:pt x="1803640" y="2591989"/>
                </a:cubicBezTo>
                <a:cubicBezTo>
                  <a:pt x="1888920" y="2506710"/>
                  <a:pt x="2000307" y="2462580"/>
                  <a:pt x="2153839" y="2462580"/>
                </a:cubicBezTo>
                <a:cubicBezTo>
                  <a:pt x="2337026" y="2462580"/>
                  <a:pt x="2424151" y="2471236"/>
                  <a:pt x="2505599" y="2308481"/>
                </a:cubicBezTo>
                <a:cubicBezTo>
                  <a:pt x="2523052" y="2270737"/>
                  <a:pt x="2621812" y="2183471"/>
                  <a:pt x="2621812" y="2134091"/>
                </a:cubicBezTo>
                <a:cubicBezTo>
                  <a:pt x="2639123" y="2134091"/>
                  <a:pt x="2651610" y="2136078"/>
                  <a:pt x="2660833" y="2139625"/>
                </a:cubicBezTo>
                <a:cubicBezTo>
                  <a:pt x="2666225" y="2079177"/>
                  <a:pt x="2676016" y="2014756"/>
                  <a:pt x="2692334" y="1998439"/>
                </a:cubicBezTo>
                <a:cubicBezTo>
                  <a:pt x="2720003" y="1970769"/>
                  <a:pt x="2793506" y="1961687"/>
                  <a:pt x="2816635" y="1938558"/>
                </a:cubicBezTo>
                <a:cubicBezTo>
                  <a:pt x="2830399" y="1924794"/>
                  <a:pt x="2848845" y="1892584"/>
                  <a:pt x="2858069" y="1883360"/>
                </a:cubicBezTo>
                <a:cubicBezTo>
                  <a:pt x="2950159" y="1791270"/>
                  <a:pt x="2954700" y="1657888"/>
                  <a:pt x="2954700" y="1519823"/>
                </a:cubicBezTo>
                <a:cubicBezTo>
                  <a:pt x="2973146" y="1519823"/>
                  <a:pt x="2986910" y="1515283"/>
                  <a:pt x="3000674" y="1515283"/>
                </a:cubicBezTo>
                <a:cubicBezTo>
                  <a:pt x="3000674" y="1494424"/>
                  <a:pt x="2952004" y="1359623"/>
                  <a:pt x="2954700" y="1354230"/>
                </a:cubicBezTo>
                <a:cubicBezTo>
                  <a:pt x="2973146" y="1312797"/>
                  <a:pt x="3037567" y="1243836"/>
                  <a:pt x="3092764" y="1243836"/>
                </a:cubicBezTo>
                <a:cubicBezTo>
                  <a:pt x="3140299" y="1243836"/>
                  <a:pt x="3184572" y="1254194"/>
                  <a:pt x="3224018" y="1271789"/>
                </a:cubicBezTo>
                <a:lnTo>
                  <a:pt x="3224018" y="1271789"/>
                </a:lnTo>
                <a:close/>
              </a:path>
            </a:pathLst>
          </a:custGeom>
          <a:noFill/>
          <a:ln w="57150" cap="flat">
            <a:solidFill>
              <a:srgbClr val="FF0066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7B9EE4C-AC70-9869-9844-09F6DE2F11C2}"/>
              </a:ext>
            </a:extLst>
          </p:cNvPr>
          <p:cNvSpPr txBox="1"/>
          <p:nvPr/>
        </p:nvSpPr>
        <p:spPr>
          <a:xfrm>
            <a:off x="14468653" y="14740135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</a:rPr>
              <a:t>MG</a:t>
            </a:r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2A0EC347-7B45-41B9-7AE6-8747A9D01911}"/>
              </a:ext>
            </a:extLst>
          </p:cNvPr>
          <p:cNvSpPr/>
          <p:nvPr/>
        </p:nvSpPr>
        <p:spPr>
          <a:xfrm>
            <a:off x="17643321" y="17853996"/>
            <a:ext cx="347760" cy="347760"/>
          </a:xfrm>
          <a:prstGeom prst="ellipse">
            <a:avLst/>
          </a:prstGeom>
          <a:solidFill>
            <a:srgbClr val="071728"/>
          </a:solidFill>
          <a:ln w="38100">
            <a:solidFill>
              <a:srgbClr val="FEC0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328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64;p14">
            <a:extLst>
              <a:ext uri="{FF2B5EF4-FFF2-40B4-BE49-F238E27FC236}">
                <a16:creationId xmlns:a16="http://schemas.microsoft.com/office/drawing/2014/main" id="{E7E128F5-CBB1-955A-FF7D-2DD1BFEF3E7C}"/>
              </a:ext>
            </a:extLst>
          </p:cNvPr>
          <p:cNvSpPr txBox="1"/>
          <p:nvPr/>
        </p:nvSpPr>
        <p:spPr>
          <a:xfrm>
            <a:off x="1994175" y="2388710"/>
            <a:ext cx="19985292" cy="117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pt-BR" sz="6450" b="1" dirty="0">
                <a:solidFill>
                  <a:srgbClr val="FDAD23"/>
                </a:solidFill>
                <a:latin typeface="Observatório Nacional Sans" pitchFamily="2" charset="77"/>
                <a:ea typeface="Observatório Nacional Sans" pitchFamily="2" charset="77"/>
                <a:cs typeface="Montserrat"/>
                <a:sym typeface="Montserrat"/>
              </a:rPr>
              <a:t>REDE  DE OBSERVATÓRIOS |</a:t>
            </a:r>
            <a:r>
              <a:rPr lang="pt-BR" sz="6450" b="1" dirty="0">
                <a:solidFill>
                  <a:srgbClr val="0BE2FE"/>
                </a:solidFill>
                <a:latin typeface="Observatório Nacional Sans" pitchFamily="2" charset="77"/>
                <a:ea typeface="Observatório Nacional Sans" pitchFamily="2" charset="77"/>
                <a:cs typeface="Montserrat"/>
                <a:sym typeface="Montserrat"/>
              </a:rPr>
              <a:t> PORTFÓLIO</a:t>
            </a:r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E09FBAE-ED92-1F4E-9C0C-546182ED1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90" y="6502631"/>
            <a:ext cx="23075020" cy="155183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3FCD9FA7-EDD2-B7CD-3678-6F267028BF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1347" y="840063"/>
            <a:ext cx="24475439" cy="24475439"/>
          </a:xfrm>
          <a:prstGeom prst="rect">
            <a:avLst/>
          </a:prstGeom>
        </p:spPr>
      </p:pic>
      <p:sp>
        <p:nvSpPr>
          <p:cNvPr id="70" name="Google Shape;70;p15"/>
          <p:cNvSpPr txBox="1"/>
          <p:nvPr/>
        </p:nvSpPr>
        <p:spPr>
          <a:xfrm>
            <a:off x="1994174" y="2534862"/>
            <a:ext cx="18867693" cy="193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50" b="1" dirty="0">
                <a:solidFill>
                  <a:srgbClr val="FDAD23"/>
                </a:solidFill>
                <a:latin typeface="Observatório Nacional Sans" pitchFamily="2" charset="77"/>
                <a:ea typeface="Observatório Nacional Sans" pitchFamily="2" charset="77"/>
                <a:cs typeface="Montserrat"/>
                <a:sym typeface="Montserrat"/>
              </a:rPr>
              <a:t>REDE  DE OBSERVATÓRIOS</a:t>
            </a:r>
            <a:r>
              <a:rPr lang="pt-BR" sz="6450" b="1" dirty="0">
                <a:solidFill>
                  <a:srgbClr val="FDAD23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 | </a:t>
            </a:r>
            <a:r>
              <a:rPr lang="pt-BR" sz="6450" b="1" dirty="0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PROSPECTIVA</a:t>
            </a:r>
          </a:p>
          <a:p>
            <a:pPr>
              <a:lnSpc>
                <a:spcPct val="115000"/>
              </a:lnSpc>
            </a:pPr>
            <a:endParaRPr lang="pt-BR" sz="4000" dirty="0">
              <a:solidFill>
                <a:srgbClr val="EEEEEE"/>
              </a:solidFill>
              <a:latin typeface="Observatório Nacional Sans" pitchFamily="2" charset="77"/>
              <a:ea typeface="Observatório Nacional Sans" pitchFamily="2" charset="77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" dirty="0">
                <a:latin typeface="Observatório Nacional Sans"/>
                <a:ea typeface="Observatório Nacional Sans"/>
              </a:rPr>
              <a:t>t</a:t>
            </a:r>
            <a:endParaRPr sz="300" dirty="0">
              <a:latin typeface="Observatório Nacional Sans"/>
              <a:ea typeface="Observatório Nacional Sans"/>
            </a:endParaRPr>
          </a:p>
        </p:txBody>
      </p:sp>
      <p:sp>
        <p:nvSpPr>
          <p:cNvPr id="2" name="Google Shape;70;p15">
            <a:extLst>
              <a:ext uri="{FF2B5EF4-FFF2-40B4-BE49-F238E27FC236}">
                <a16:creationId xmlns:a16="http://schemas.microsoft.com/office/drawing/2014/main" id="{185793BD-F1D6-9DED-0C4B-0D8852F8801C}"/>
              </a:ext>
            </a:extLst>
          </p:cNvPr>
          <p:cNvSpPr txBox="1"/>
          <p:nvPr/>
        </p:nvSpPr>
        <p:spPr>
          <a:xfrm>
            <a:off x="9637685" y="11889909"/>
            <a:ext cx="4653115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FERRAMENTAS E PRODUTOS</a:t>
            </a:r>
            <a:endParaRPr lang="pt-BR" sz="100">
              <a:latin typeface="Observatório Nacional Sans"/>
              <a:ea typeface="Observatório Nacional Sans"/>
            </a:endParaRPr>
          </a:p>
        </p:txBody>
      </p:sp>
      <p:sp>
        <p:nvSpPr>
          <p:cNvPr id="3" name="Google Shape;70;p15">
            <a:extLst>
              <a:ext uri="{FF2B5EF4-FFF2-40B4-BE49-F238E27FC236}">
                <a16:creationId xmlns:a16="http://schemas.microsoft.com/office/drawing/2014/main" id="{26CCD5B3-3A0D-FB58-B70D-A63590F431CC}"/>
              </a:ext>
            </a:extLst>
          </p:cNvPr>
          <p:cNvSpPr txBox="1"/>
          <p:nvPr/>
        </p:nvSpPr>
        <p:spPr>
          <a:xfrm>
            <a:off x="9637685" y="13116172"/>
            <a:ext cx="5263773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(</a:t>
            </a:r>
            <a:r>
              <a:rPr lang="es-ES" sz="3200" err="1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Aplicacão</a:t>
            </a:r>
            <a:r>
              <a:rPr lang="es-ES" sz="3200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, </a:t>
            </a:r>
            <a:r>
              <a:rPr lang="es-ES" sz="3200" err="1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Transferência</a:t>
            </a:r>
            <a:r>
              <a:rPr lang="es-ES" sz="3200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 e </a:t>
            </a:r>
            <a:r>
              <a:rPr lang="es-ES" sz="3200" err="1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Certificacão</a:t>
            </a:r>
            <a:r>
              <a:rPr lang="es-ES" sz="3200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)</a:t>
            </a:r>
            <a:endParaRPr lang="pt-BR" sz="100">
              <a:latin typeface="Observatório Nacional Sans"/>
              <a:ea typeface="Observatório Nacional Sans"/>
            </a:endParaRPr>
          </a:p>
        </p:txBody>
      </p:sp>
      <p:sp>
        <p:nvSpPr>
          <p:cNvPr id="4" name="Google Shape;70;p15">
            <a:extLst>
              <a:ext uri="{FF2B5EF4-FFF2-40B4-BE49-F238E27FC236}">
                <a16:creationId xmlns:a16="http://schemas.microsoft.com/office/drawing/2014/main" id="{CC433288-2BBC-7450-C5E1-267588E1F4E2}"/>
              </a:ext>
            </a:extLst>
          </p:cNvPr>
          <p:cNvSpPr txBox="1"/>
          <p:nvPr/>
        </p:nvSpPr>
        <p:spPr>
          <a:xfrm>
            <a:off x="3526398" y="12806393"/>
            <a:ext cx="425087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CENÁRIOS</a:t>
            </a:r>
            <a:endParaRPr lang="pt-BR" sz="100">
              <a:latin typeface="Observatório Nacional Sans"/>
              <a:ea typeface="Observatório Nacional Sans"/>
            </a:endParaRPr>
          </a:p>
        </p:txBody>
      </p:sp>
      <p:sp>
        <p:nvSpPr>
          <p:cNvPr id="5" name="Google Shape;70;p15">
            <a:extLst>
              <a:ext uri="{FF2B5EF4-FFF2-40B4-BE49-F238E27FC236}">
                <a16:creationId xmlns:a16="http://schemas.microsoft.com/office/drawing/2014/main" id="{184226D7-F389-CBDF-986A-7054A6292AAA}"/>
              </a:ext>
            </a:extLst>
          </p:cNvPr>
          <p:cNvSpPr txBox="1"/>
          <p:nvPr/>
        </p:nvSpPr>
        <p:spPr>
          <a:xfrm>
            <a:off x="3526398" y="13637627"/>
            <a:ext cx="4823518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(</a:t>
            </a:r>
            <a:r>
              <a:rPr lang="es-ES" sz="3200" err="1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Nacionais</a:t>
            </a:r>
            <a:r>
              <a:rPr lang="es-ES" sz="3200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, </a:t>
            </a:r>
            <a:r>
              <a:rPr lang="es-ES" sz="3200" err="1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regionais</a:t>
            </a:r>
            <a:r>
              <a:rPr lang="es-ES" sz="3200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, </a:t>
            </a:r>
            <a:r>
              <a:rPr lang="es-ES" sz="3200" err="1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setoriais</a:t>
            </a:r>
            <a:r>
              <a:rPr lang="es-ES" sz="3200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 e temáticos)</a:t>
            </a:r>
            <a:endParaRPr lang="pt-BR" sz="100">
              <a:latin typeface="Observatório Nacional Sans"/>
              <a:ea typeface="Observatório Nacional Sans"/>
            </a:endParaRPr>
          </a:p>
        </p:txBody>
      </p:sp>
      <p:sp>
        <p:nvSpPr>
          <p:cNvPr id="6" name="Google Shape;70;p15">
            <a:extLst>
              <a:ext uri="{FF2B5EF4-FFF2-40B4-BE49-F238E27FC236}">
                <a16:creationId xmlns:a16="http://schemas.microsoft.com/office/drawing/2014/main" id="{5492AA11-73D8-FC9C-102E-52B1B25CB5C2}"/>
              </a:ext>
            </a:extLst>
          </p:cNvPr>
          <p:cNvSpPr txBox="1"/>
          <p:nvPr/>
        </p:nvSpPr>
        <p:spPr>
          <a:xfrm>
            <a:off x="3930740" y="8718048"/>
            <a:ext cx="4823518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s-ES" sz="3600" b="1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PROSPECTIVA</a:t>
            </a:r>
          </a:p>
          <a:p>
            <a:pPr algn="ctr"/>
            <a:r>
              <a:rPr lang="es-ES" sz="3600" b="1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PARA O MERCADO </a:t>
            </a:r>
          </a:p>
          <a:p>
            <a:pPr algn="ctr"/>
            <a:r>
              <a:rPr lang="pt-BR" sz="3600" b="1">
                <a:solidFill>
                  <a:srgbClr val="00D130"/>
                </a:solidFill>
                <a:latin typeface="Observatório Nacional Sans"/>
                <a:ea typeface="Observatório Nacional Sans"/>
              </a:rPr>
              <a:t>DE TRABALHO</a:t>
            </a:r>
          </a:p>
        </p:txBody>
      </p:sp>
      <p:sp>
        <p:nvSpPr>
          <p:cNvPr id="7" name="Google Shape;70;p15">
            <a:extLst>
              <a:ext uri="{FF2B5EF4-FFF2-40B4-BE49-F238E27FC236}">
                <a16:creationId xmlns:a16="http://schemas.microsoft.com/office/drawing/2014/main" id="{BC91A12A-2327-4DD2-55AA-34141ECA2B4A}"/>
              </a:ext>
            </a:extLst>
          </p:cNvPr>
          <p:cNvSpPr txBox="1"/>
          <p:nvPr/>
        </p:nvSpPr>
        <p:spPr>
          <a:xfrm>
            <a:off x="15572018" y="9706192"/>
            <a:ext cx="4624944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ROTAS TECNOLÓGICAS</a:t>
            </a:r>
            <a:endParaRPr lang="pt-BR" sz="200">
              <a:latin typeface="Observatório Nacional Sans"/>
              <a:ea typeface="Observatório Nacional Sans"/>
            </a:endParaRPr>
          </a:p>
        </p:txBody>
      </p:sp>
      <p:sp>
        <p:nvSpPr>
          <p:cNvPr id="8" name="Google Shape;70;p15">
            <a:extLst>
              <a:ext uri="{FF2B5EF4-FFF2-40B4-BE49-F238E27FC236}">
                <a16:creationId xmlns:a16="http://schemas.microsoft.com/office/drawing/2014/main" id="{E93EA9F4-BD1F-E234-C18B-BD955F8AD3D0}"/>
              </a:ext>
            </a:extLst>
          </p:cNvPr>
          <p:cNvSpPr txBox="1"/>
          <p:nvPr/>
        </p:nvSpPr>
        <p:spPr>
          <a:xfrm>
            <a:off x="16975701" y="14693916"/>
            <a:ext cx="5613365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MONITORAMENTO</a:t>
            </a:r>
            <a:endParaRPr lang="pt-BR" sz="200">
              <a:latin typeface="Observatório Nacional Sans"/>
              <a:ea typeface="Observatório Nacional Sans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86263D94-12DE-BE31-3083-7642C3D8C031}"/>
              </a:ext>
            </a:extLst>
          </p:cNvPr>
          <p:cNvSpPr txBox="1"/>
          <p:nvPr/>
        </p:nvSpPr>
        <p:spPr>
          <a:xfrm>
            <a:off x="14158355" y="17195873"/>
            <a:ext cx="4624944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>
                <a:solidFill>
                  <a:srgbClr val="00D130"/>
                </a:solidFill>
                <a:latin typeface="Observatório Nacional Sans"/>
                <a:ea typeface="Observatório Nacional Sans"/>
                <a:sym typeface="Montserrat"/>
              </a:rPr>
              <a:t>PROJEÇÕES</a:t>
            </a:r>
            <a:endParaRPr lang="pt-BR" sz="3600">
              <a:latin typeface="Observatório Nacional Sans"/>
              <a:ea typeface="Observatório Nacional Sans"/>
            </a:endParaRPr>
          </a:p>
        </p:txBody>
      </p:sp>
      <p:sp>
        <p:nvSpPr>
          <p:cNvPr id="10" name="Google Shape;70;p15">
            <a:extLst>
              <a:ext uri="{FF2B5EF4-FFF2-40B4-BE49-F238E27FC236}">
                <a16:creationId xmlns:a16="http://schemas.microsoft.com/office/drawing/2014/main" id="{2F9CCB46-9C0D-8A6C-4C21-9BCC8D18C884}"/>
              </a:ext>
            </a:extLst>
          </p:cNvPr>
          <p:cNvSpPr txBox="1"/>
          <p:nvPr/>
        </p:nvSpPr>
        <p:spPr>
          <a:xfrm>
            <a:off x="7325213" y="17060305"/>
            <a:ext cx="4624944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>
                <a:solidFill>
                  <a:srgbClr val="00D130"/>
                </a:solidFill>
                <a:latin typeface="Observatório Nacional Sans"/>
                <a:ea typeface="Observatório Nacional Sans"/>
                <a:cs typeface="Montserrat"/>
                <a:sym typeface="Montserrat"/>
              </a:rPr>
              <a:t>ESTUDOS DE TENDÊNCIAS E MEGATENDÊNCIAS</a:t>
            </a:r>
            <a:endParaRPr lang="pt-BR" sz="100">
              <a:latin typeface="Observatório Nacional Sans"/>
              <a:ea typeface="Observatório Nacional Sans"/>
            </a:endParaRPr>
          </a:p>
        </p:txBody>
      </p:sp>
    </p:spTree>
    <p:extLst>
      <p:ext uri="{BB962C8B-B14F-4D97-AF65-F5344CB8AC3E}">
        <p14:creationId xmlns:p14="http://schemas.microsoft.com/office/powerpoint/2010/main" val="4054584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/>
        </p:nvSpPr>
        <p:spPr>
          <a:xfrm>
            <a:off x="1994174" y="3110600"/>
            <a:ext cx="19276869" cy="1223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50" b="1" dirty="0">
                <a:solidFill>
                  <a:srgbClr val="FDAD23"/>
                </a:solidFill>
                <a:latin typeface="Observatório Nacional Sans" pitchFamily="2" charset="77"/>
                <a:ea typeface="Observatório Nacional Sans" pitchFamily="2" charset="77"/>
                <a:cs typeface="Montserrat"/>
                <a:sym typeface="Montserrat"/>
              </a:rPr>
              <a:t>REDE  DE OBSERVATÓRIOS | </a:t>
            </a:r>
            <a:r>
              <a:rPr lang="pt-BR" sz="6450" b="1" dirty="0">
                <a:solidFill>
                  <a:srgbClr val="01FFFF"/>
                </a:solidFill>
                <a:latin typeface="Observatório Nacional Sans" pitchFamily="2" charset="77"/>
                <a:ea typeface="Observatório Nacional Sans" pitchFamily="2" charset="77"/>
                <a:sym typeface="Montserrat"/>
              </a:rPr>
              <a:t>DATA HUB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" dirty="0"/>
              <a:t>t</a:t>
            </a:r>
            <a:endParaRPr sz="3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796AFB4-90E2-A660-B355-6AF538C8BB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176"/>
          <a:stretch/>
        </p:blipFill>
        <p:spPr>
          <a:xfrm>
            <a:off x="1485900" y="4775200"/>
            <a:ext cx="23202900" cy="199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851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E7D2563-A604-6C64-5FE9-BE722E253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688800" cy="246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67892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F6173F0B62824FBDD207655A1F413E" ma:contentTypeVersion="20" ma:contentTypeDescription="Create a new document." ma:contentTypeScope="" ma:versionID="98374d46b30e18efe14c28df1b550a1e">
  <xsd:schema xmlns:xsd="http://www.w3.org/2001/XMLSchema" xmlns:xs="http://www.w3.org/2001/XMLSchema" xmlns:p="http://schemas.microsoft.com/office/2006/metadata/properties" xmlns:ns1="http://schemas.microsoft.com/sharepoint/v3" xmlns:ns2="ce17c774-e648-42a8-a676-5a5c2102292f" xmlns:ns3="f1bb4993-ebe8-469c-bf87-35f2ae938c71" targetNamespace="http://schemas.microsoft.com/office/2006/metadata/properties" ma:root="true" ma:fieldsID="275efe355602ffe8f3539d9c741a3fb5" ns1:_="" ns2:_="" ns3:_="">
    <xsd:import namespace="http://schemas.microsoft.com/sharepoint/v3"/>
    <xsd:import namespace="ce17c774-e648-42a8-a676-5a5c2102292f"/>
    <xsd:import namespace="f1bb4993-ebe8-469c-bf87-35f2ae938c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17c774-e648-42a8-a676-5a5c210229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b2c183d-4d2b-4583-b04a-86ecb4f81f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b4993-ebe8-469c-bf87-35f2ae938c7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2192bd6-2e2a-41cc-b3d3-de90f12604f8}" ma:internalName="TaxCatchAll" ma:showField="CatchAllData" ma:web="f1bb4993-ebe8-469c-bf87-35f2ae938c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e17c774-e648-42a8-a676-5a5c2102292f">
      <Terms xmlns="http://schemas.microsoft.com/office/infopath/2007/PartnerControls"/>
    </lcf76f155ced4ddcb4097134ff3c332f>
    <TaxCatchAll xmlns="f1bb4993-ebe8-469c-bf87-35f2ae938c71" xsi:nil="true"/>
    <SharedWithUsers xmlns="f1bb4993-ebe8-469c-bf87-35f2ae938c71">
      <UserInfo>
        <DisplayName>Marcio Guerra Amorim</DisplayName>
        <AccountId>23</AccountId>
        <AccountType/>
      </UserInfo>
      <UserInfo>
        <DisplayName>Marcelo Bispo</DisplayName>
        <AccountId>16</AccountId>
        <AccountType/>
      </UserInfo>
      <UserInfo>
        <DisplayName>Ellen Cruz Felizari</DisplayName>
        <AccountId>259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0648CC5A-6936-4CA9-970C-92718BF30FA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7DA668-3997-4E7F-AB65-3EB78E2BB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e17c774-e648-42a8-a676-5a5c2102292f"/>
    <ds:schemaRef ds:uri="f1bb4993-ebe8-469c-bf87-35f2ae938c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1BAC72-C232-4D71-94B5-C8AE8254450C}">
  <ds:schemaRefs>
    <ds:schemaRef ds:uri="http://www.w3.org/XML/1998/namespace"/>
    <ds:schemaRef ds:uri="http://purl.org/dc/terms/"/>
    <ds:schemaRef ds:uri="http://schemas.microsoft.com/sharepoint/v3"/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f1bb4993-ebe8-469c-bf87-35f2ae938c71"/>
    <ds:schemaRef ds:uri="ce17c774-e648-42a8-a676-5a5c2102292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591</Words>
  <Application>Microsoft Office PowerPoint</Application>
  <PresentationFormat>Personalizar</PresentationFormat>
  <Paragraphs>123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Calibri</vt:lpstr>
      <vt:lpstr>Observatório Nacional Sans</vt:lpstr>
      <vt:lpstr>Observatório Nacional Sans SmBd</vt:lpstr>
      <vt:lpstr>Observatório Nacional Sans ExBd</vt:lpstr>
      <vt:lpstr>Arial</vt:lpstr>
      <vt:lpstr>Observatório Nacional Sans Blac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Marcio Guerra Amorim</dc:creator>
  <cp:lastModifiedBy>Suelio Matias</cp:lastModifiedBy>
  <cp:revision>3</cp:revision>
  <cp:lastPrinted>2026-02-27T12:36:04Z</cp:lastPrinted>
  <dcterms:modified xsi:type="dcterms:W3CDTF">2026-02-27T12:38:05Z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0x010100E3F6173F0B62824FBDD207655A1F413E</vt:lpwstr>
  </property>
  <property fmtid="{D5CDD505-2E9C-101B-9397-08002B2CF9AE}" pid="3" name="MediaServiceImageTags">
    <vt:lpwstr/>
  </property>
</Properties>
</file>